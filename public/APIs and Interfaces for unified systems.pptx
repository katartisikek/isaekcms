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76" r:id="rId4"/>
    <p:sldMasterId id="2147483677" r:id="rId5"/>
    <p:sldMasterId id="2147483678" r:id="rId6"/>
    <p:sldMasterId id="2147483679" r:id="rId7"/>
    <p:sldMasterId id="2147483680" r:id="rId8"/>
    <p:sldMasterId id="2147483681" r:id="rId9"/>
  </p:sldMasterIdLst>
  <p:notesMasterIdLst>
    <p:notesMasterId r:id="rId10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B3D8E6C2-E4FD-4585-9376-4C09E6F3E87F}">
  <a:tblStyle styleId="{B3D8E6C2-E4FD-4585-9376-4C09E6F3E87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/>
    </a:neCell>
    <a:nwCell>
      <a:tcTxStyle/>
    </a:nwCell>
  </a:tblStyle>
  <a:tblStyle styleId="{2B72B4D0-C03B-4508-B535-AAABAC8BF94C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0.xml"/><Relationship Id="rId11" Type="http://schemas.openxmlformats.org/officeDocument/2006/relationships/slide" Target="slides/slide1.xml"/><Relationship Id="rId22" Type="http://schemas.openxmlformats.org/officeDocument/2006/relationships/slide" Target="slides/slide12.xml"/><Relationship Id="rId10" Type="http://schemas.openxmlformats.org/officeDocument/2006/relationships/notesMaster" Target="notesMasters/notesMaster1.xml"/><Relationship Id="rId21" Type="http://schemas.openxmlformats.org/officeDocument/2006/relationships/slide" Target="slides/slide11.xml"/><Relationship Id="rId13" Type="http://schemas.openxmlformats.org/officeDocument/2006/relationships/slide" Target="slides/slide3.xml"/><Relationship Id="rId24" Type="http://schemas.openxmlformats.org/officeDocument/2006/relationships/slide" Target="slides/slide14.xml"/><Relationship Id="rId12" Type="http://schemas.openxmlformats.org/officeDocument/2006/relationships/slide" Target="slides/slide2.xml"/><Relationship Id="rId23" Type="http://schemas.openxmlformats.org/officeDocument/2006/relationships/slide" Target="slides/slide13.xml"/><Relationship Id="rId1" Type="http://schemas.openxmlformats.org/officeDocument/2006/relationships/theme" Target="theme/theme6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5" Type="http://schemas.openxmlformats.org/officeDocument/2006/relationships/slide" Target="slides/slide5.xml"/><Relationship Id="rId14" Type="http://schemas.openxmlformats.org/officeDocument/2006/relationships/slide" Target="slides/slide4.xml"/><Relationship Id="rId17" Type="http://schemas.openxmlformats.org/officeDocument/2006/relationships/slide" Target="slides/slide7.xml"/><Relationship Id="rId16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9.xml"/><Relationship Id="rId6" Type="http://schemas.openxmlformats.org/officeDocument/2006/relationships/slideMaster" Target="slideMasters/slideMaster3.xml"/><Relationship Id="rId18" Type="http://schemas.openxmlformats.org/officeDocument/2006/relationships/slide" Target="slides/slide8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1" name="Google Shape;43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7" name="Google Shape;44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1_cover">
  <p:cSld name="1_cov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850900" y="3816406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Noto Sans Symbols"/>
              <a:buNone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50"/>
              <a:buFont typeface="Arial"/>
              <a:buNone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80"/>
              <a:buFont typeface="Noto Sans Symbols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2" type="body"/>
          </p:nvPr>
        </p:nvSpPr>
        <p:spPr>
          <a:xfrm>
            <a:off x="608919" y="6004223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57923" y="531127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57923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57922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1" y="0"/>
            <a:ext cx="800100" cy="17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6"/>
          <p:cNvSpPr/>
          <p:nvPr/>
        </p:nvSpPr>
        <p:spPr>
          <a:xfrm>
            <a:off x="800101" y="0"/>
            <a:ext cx="11391899" cy="1778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2" name="Google Shape;32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" name="Google Shape;35;p7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36" name="Google Shape;3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7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subTitle"/>
          </p:nvPr>
        </p:nvSpPr>
        <p:spPr>
          <a:xfrm>
            <a:off x="850900" y="3816404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608919" y="6004221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0" name="Google Shape;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ndex">
  <p:cSld name="index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/>
          <p:nvPr/>
        </p:nvSpPr>
        <p:spPr>
          <a:xfrm>
            <a:off x="0" y="0"/>
            <a:ext cx="2444756" cy="54610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8"/>
          <p:cNvSpPr/>
          <p:nvPr/>
        </p:nvSpPr>
        <p:spPr>
          <a:xfrm rot="5400000">
            <a:off x="-365160" y="2651087"/>
            <a:ext cx="5461003" cy="1588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" name="Google Shape;44;p8"/>
          <p:cNvSpPr/>
          <p:nvPr/>
        </p:nvSpPr>
        <p:spPr>
          <a:xfrm>
            <a:off x="0" y="5903684"/>
            <a:ext cx="7620000" cy="95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" name="Google Shape;45;p8"/>
          <p:cNvSpPr txBox="1"/>
          <p:nvPr>
            <p:ph type="title"/>
          </p:nvPr>
        </p:nvSpPr>
        <p:spPr>
          <a:xfrm>
            <a:off x="389468" y="619120"/>
            <a:ext cx="1845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061855" y="1049338"/>
            <a:ext cx="8548535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Malgun Gothic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7" name="Google Shape;4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ead">
  <p:cSld name="head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0" y="1"/>
            <a:ext cx="12192000" cy="4572072"/>
          </a:xfrm>
          <a:prstGeom prst="rect">
            <a:avLst/>
          </a:prstGeom>
          <a:solidFill>
            <a:srgbClr val="6465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9"/>
          <p:cNvSpPr/>
          <p:nvPr>
            <p:ph idx="2" type="pic"/>
          </p:nvPr>
        </p:nvSpPr>
        <p:spPr>
          <a:xfrm>
            <a:off x="0" y="-1"/>
            <a:ext cx="12192000" cy="441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type="title"/>
          </p:nvPr>
        </p:nvSpPr>
        <p:spPr>
          <a:xfrm>
            <a:off x="1549398" y="3069285"/>
            <a:ext cx="9292773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1549398" y="2114003"/>
            <a:ext cx="3078163" cy="82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600"/>
              <a:buFont typeface="Arial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9"/>
          <p:cNvSpPr/>
          <p:nvPr/>
        </p:nvSpPr>
        <p:spPr>
          <a:xfrm>
            <a:off x="0" y="4413250"/>
            <a:ext cx="1606549" cy="158823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" name="Google Shape;54;p9"/>
          <p:cNvSpPr/>
          <p:nvPr/>
        </p:nvSpPr>
        <p:spPr>
          <a:xfrm>
            <a:off x="1606548" y="4413250"/>
            <a:ext cx="10585452" cy="15882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" name="Google Shape;55;p9"/>
          <p:cNvSpPr/>
          <p:nvPr/>
        </p:nvSpPr>
        <p:spPr>
          <a:xfrm>
            <a:off x="0" y="6357256"/>
            <a:ext cx="7620000" cy="500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" name="Google Shape;56;p9"/>
          <p:cNvSpPr txBox="1"/>
          <p:nvPr>
            <p:ph idx="3" type="body"/>
          </p:nvPr>
        </p:nvSpPr>
        <p:spPr>
          <a:xfrm>
            <a:off x="1549397" y="5039390"/>
            <a:ext cx="8262259" cy="131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57" name="Google Shape;57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">
  <p:cSld name="end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" name="Google Shape;60;p10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1" name="Google Shape;61;p10"/>
          <p:cNvSpPr txBox="1"/>
          <p:nvPr>
            <p:ph type="title"/>
          </p:nvPr>
        </p:nvSpPr>
        <p:spPr>
          <a:xfrm>
            <a:off x="838200" y="2309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62" name="Google Shape;62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22720" y="5781744"/>
            <a:ext cx="1343680" cy="7766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0" name="Google Shape;70;p12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1" name="Google Shape;71;p12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" type="subTitle"/>
          </p:nvPr>
        </p:nvSpPr>
        <p:spPr>
          <a:xfrm>
            <a:off x="850900" y="3816404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3" name="Google Shape;73;p12"/>
          <p:cNvSpPr txBox="1"/>
          <p:nvPr>
            <p:ph idx="2" type="body"/>
          </p:nvPr>
        </p:nvSpPr>
        <p:spPr>
          <a:xfrm>
            <a:off x="608919" y="6004221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4" name="Google Shape;74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ndex">
  <p:cSld name="index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/>
          <p:nvPr/>
        </p:nvSpPr>
        <p:spPr>
          <a:xfrm>
            <a:off x="0" y="0"/>
            <a:ext cx="2444756" cy="54610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8" name="Google Shape;78;p13"/>
          <p:cNvSpPr/>
          <p:nvPr/>
        </p:nvSpPr>
        <p:spPr>
          <a:xfrm rot="5400000">
            <a:off x="-365160" y="2651087"/>
            <a:ext cx="5461003" cy="1588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9" name="Google Shape;79;p13"/>
          <p:cNvSpPr/>
          <p:nvPr/>
        </p:nvSpPr>
        <p:spPr>
          <a:xfrm>
            <a:off x="0" y="5903684"/>
            <a:ext cx="7620000" cy="95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0" name="Google Shape;80;p13"/>
          <p:cNvSpPr txBox="1"/>
          <p:nvPr>
            <p:ph idx="1" type="body"/>
          </p:nvPr>
        </p:nvSpPr>
        <p:spPr>
          <a:xfrm>
            <a:off x="3061855" y="1049338"/>
            <a:ext cx="8548535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Noto Sans Symbols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Malgun Gothic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81" name="Google Shape;8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3"/>
          <p:cNvSpPr txBox="1"/>
          <p:nvPr>
            <p:ph type="title"/>
          </p:nvPr>
        </p:nvSpPr>
        <p:spPr>
          <a:xfrm>
            <a:off x="389468" y="619120"/>
            <a:ext cx="1845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ead">
  <p:cSld name="head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/>
          <p:nvPr/>
        </p:nvSpPr>
        <p:spPr>
          <a:xfrm>
            <a:off x="0" y="1"/>
            <a:ext cx="12192000" cy="4572072"/>
          </a:xfrm>
          <a:prstGeom prst="rect">
            <a:avLst/>
          </a:prstGeom>
          <a:solidFill>
            <a:srgbClr val="6465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4"/>
          <p:cNvSpPr/>
          <p:nvPr>
            <p:ph idx="2" type="pic"/>
          </p:nvPr>
        </p:nvSpPr>
        <p:spPr>
          <a:xfrm>
            <a:off x="0" y="-1"/>
            <a:ext cx="12192000" cy="441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type="title"/>
          </p:nvPr>
        </p:nvSpPr>
        <p:spPr>
          <a:xfrm>
            <a:off x="1549398" y="3069285"/>
            <a:ext cx="9292773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4"/>
          <p:cNvSpPr txBox="1"/>
          <p:nvPr>
            <p:ph idx="1" type="body"/>
          </p:nvPr>
        </p:nvSpPr>
        <p:spPr>
          <a:xfrm>
            <a:off x="1549398" y="2114003"/>
            <a:ext cx="3078163" cy="82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600"/>
              <a:buFont typeface="Arial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4"/>
          <p:cNvSpPr/>
          <p:nvPr/>
        </p:nvSpPr>
        <p:spPr>
          <a:xfrm>
            <a:off x="0" y="4413250"/>
            <a:ext cx="1606549" cy="15882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9" name="Google Shape;89;p14"/>
          <p:cNvSpPr/>
          <p:nvPr/>
        </p:nvSpPr>
        <p:spPr>
          <a:xfrm>
            <a:off x="1606548" y="4413250"/>
            <a:ext cx="10585452" cy="15882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0" y="6357256"/>
            <a:ext cx="7620000" cy="500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" name="Google Shape;91;p14"/>
          <p:cNvSpPr txBox="1"/>
          <p:nvPr>
            <p:ph idx="3" type="body"/>
          </p:nvPr>
        </p:nvSpPr>
        <p:spPr>
          <a:xfrm>
            <a:off x="1549397" y="5039390"/>
            <a:ext cx="8262259" cy="131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92" name="Google Shape;92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200"/>
              <a:buFont typeface="Arial"/>
              <a:buNone/>
              <a:defRPr sz="32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" type="body"/>
          </p:nvPr>
        </p:nvSpPr>
        <p:spPr>
          <a:xfrm>
            <a:off x="657922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15"/>
          <p:cNvSpPr/>
          <p:nvPr/>
        </p:nvSpPr>
        <p:spPr>
          <a:xfrm>
            <a:off x="1" y="0"/>
            <a:ext cx="800100" cy="17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7" name="Google Shape;97;p15"/>
          <p:cNvSpPr/>
          <p:nvPr/>
        </p:nvSpPr>
        <p:spPr>
          <a:xfrm>
            <a:off x="800101" y="0"/>
            <a:ext cx="11391899" cy="1778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98" name="Google Shape;9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">
  <p:cSld name="end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838200" y="2309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5781744"/>
            <a:ext cx="1343680" cy="77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" name="Google Shape;112;p18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" type="subTitle"/>
          </p:nvPr>
        </p:nvSpPr>
        <p:spPr>
          <a:xfrm>
            <a:off x="850900" y="3816404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14" name="Google Shape;114;p18"/>
          <p:cNvSpPr txBox="1"/>
          <p:nvPr>
            <p:ph idx="2" type="body"/>
          </p:nvPr>
        </p:nvSpPr>
        <p:spPr>
          <a:xfrm>
            <a:off x="608919" y="6004221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15" name="Google Shape;11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ndex">
  <p:cSld name="index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9"/>
          <p:cNvSpPr/>
          <p:nvPr/>
        </p:nvSpPr>
        <p:spPr>
          <a:xfrm>
            <a:off x="0" y="0"/>
            <a:ext cx="2444756" cy="54610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" name="Google Shape;119;p19"/>
          <p:cNvSpPr/>
          <p:nvPr/>
        </p:nvSpPr>
        <p:spPr>
          <a:xfrm rot="5400000">
            <a:off x="-365160" y="2651087"/>
            <a:ext cx="5461003" cy="1588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0" y="5903684"/>
            <a:ext cx="7620000" cy="95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061855" y="1049338"/>
            <a:ext cx="8548535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000"/>
              <a:buFont typeface="Noto Sans Symbols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Malgun Gothic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22" name="Google Shape;122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9"/>
          <p:cNvSpPr txBox="1"/>
          <p:nvPr>
            <p:ph type="title"/>
          </p:nvPr>
        </p:nvSpPr>
        <p:spPr>
          <a:xfrm>
            <a:off x="389468" y="619120"/>
            <a:ext cx="1845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ead">
  <p:cSld name="head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0" y="1"/>
            <a:ext cx="12192000" cy="4572072"/>
          </a:xfrm>
          <a:prstGeom prst="rect">
            <a:avLst/>
          </a:prstGeom>
          <a:solidFill>
            <a:srgbClr val="6465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" name="Google Shape;126;p20"/>
          <p:cNvSpPr/>
          <p:nvPr>
            <p:ph idx="2" type="pic"/>
          </p:nvPr>
        </p:nvSpPr>
        <p:spPr>
          <a:xfrm>
            <a:off x="0" y="-1"/>
            <a:ext cx="12192000" cy="441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7" name="Google Shape;127;p20"/>
          <p:cNvSpPr txBox="1"/>
          <p:nvPr>
            <p:ph type="title"/>
          </p:nvPr>
        </p:nvSpPr>
        <p:spPr>
          <a:xfrm>
            <a:off x="1549398" y="3069285"/>
            <a:ext cx="9292773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1549398" y="2114003"/>
            <a:ext cx="3078163" cy="82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600"/>
              <a:buFont typeface="Arial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0"/>
          <p:cNvSpPr/>
          <p:nvPr/>
        </p:nvSpPr>
        <p:spPr>
          <a:xfrm>
            <a:off x="0" y="4413250"/>
            <a:ext cx="1606549" cy="15882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" name="Google Shape;130;p20"/>
          <p:cNvSpPr/>
          <p:nvPr/>
        </p:nvSpPr>
        <p:spPr>
          <a:xfrm>
            <a:off x="1606548" y="4413250"/>
            <a:ext cx="10585452" cy="15882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0" y="6357256"/>
            <a:ext cx="7620000" cy="500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" name="Google Shape;132;p20"/>
          <p:cNvSpPr txBox="1"/>
          <p:nvPr>
            <p:ph idx="3" type="body"/>
          </p:nvPr>
        </p:nvSpPr>
        <p:spPr>
          <a:xfrm>
            <a:off x="1549397" y="5039390"/>
            <a:ext cx="8262259" cy="131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33" name="Google Shape;13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  <a:defRPr sz="3200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1"/>
          <p:cNvSpPr txBox="1"/>
          <p:nvPr>
            <p:ph idx="1" type="body"/>
          </p:nvPr>
        </p:nvSpPr>
        <p:spPr>
          <a:xfrm>
            <a:off x="657922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7" name="Google Shape;137;p21"/>
          <p:cNvSpPr/>
          <p:nvPr/>
        </p:nvSpPr>
        <p:spPr>
          <a:xfrm>
            <a:off x="1" y="0"/>
            <a:ext cx="800100" cy="177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" name="Google Shape;138;p21"/>
          <p:cNvSpPr/>
          <p:nvPr/>
        </p:nvSpPr>
        <p:spPr>
          <a:xfrm>
            <a:off x="800101" y="0"/>
            <a:ext cx="11391899" cy="1778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9" name="Google Shape;139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">
  <p:cSld name="end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838200" y="2309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" name="Google Shape;143;p22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44" name="Google Shape;14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5781744"/>
            <a:ext cx="1343680" cy="77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2" name="Google Shape;152;p24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53" name="Google Shape;153;p24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" type="subTitle"/>
          </p:nvPr>
        </p:nvSpPr>
        <p:spPr>
          <a:xfrm>
            <a:off x="850900" y="3816404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5" name="Google Shape;155;p24"/>
          <p:cNvSpPr txBox="1"/>
          <p:nvPr>
            <p:ph idx="2" type="body"/>
          </p:nvPr>
        </p:nvSpPr>
        <p:spPr>
          <a:xfrm>
            <a:off x="608919" y="6004221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56" name="Google Shape;156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ndex">
  <p:cSld name="index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5"/>
          <p:cNvSpPr/>
          <p:nvPr/>
        </p:nvSpPr>
        <p:spPr>
          <a:xfrm>
            <a:off x="0" y="0"/>
            <a:ext cx="2444756" cy="54610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0" name="Google Shape;160;p25"/>
          <p:cNvSpPr/>
          <p:nvPr/>
        </p:nvSpPr>
        <p:spPr>
          <a:xfrm rot="5400000">
            <a:off x="-365160" y="2651087"/>
            <a:ext cx="5461003" cy="15882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0" y="5903684"/>
            <a:ext cx="7620000" cy="95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2" name="Google Shape;162;p25"/>
          <p:cNvSpPr txBox="1"/>
          <p:nvPr>
            <p:ph idx="1" type="body"/>
          </p:nvPr>
        </p:nvSpPr>
        <p:spPr>
          <a:xfrm>
            <a:off x="3061855" y="1049338"/>
            <a:ext cx="8548535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Malgun Gothic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63" name="Google Shape;16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5"/>
          <p:cNvSpPr txBox="1"/>
          <p:nvPr>
            <p:ph type="title"/>
          </p:nvPr>
        </p:nvSpPr>
        <p:spPr>
          <a:xfrm>
            <a:off x="389468" y="619120"/>
            <a:ext cx="1845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ead">
  <p:cSld name="head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0" y="1"/>
            <a:ext cx="12192000" cy="4572072"/>
          </a:xfrm>
          <a:prstGeom prst="rect">
            <a:avLst/>
          </a:prstGeom>
          <a:solidFill>
            <a:srgbClr val="6465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67" name="Google Shape;167;p26"/>
          <p:cNvSpPr/>
          <p:nvPr>
            <p:ph idx="2" type="pic"/>
          </p:nvPr>
        </p:nvSpPr>
        <p:spPr>
          <a:xfrm>
            <a:off x="0" y="-1"/>
            <a:ext cx="12192000" cy="441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68" name="Google Shape;168;p26"/>
          <p:cNvSpPr txBox="1"/>
          <p:nvPr>
            <p:ph type="title"/>
          </p:nvPr>
        </p:nvSpPr>
        <p:spPr>
          <a:xfrm>
            <a:off x="1549398" y="3069285"/>
            <a:ext cx="9292773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9" name="Google Shape;169;p26"/>
          <p:cNvSpPr txBox="1"/>
          <p:nvPr>
            <p:ph idx="1" type="body"/>
          </p:nvPr>
        </p:nvSpPr>
        <p:spPr>
          <a:xfrm>
            <a:off x="1549398" y="2114003"/>
            <a:ext cx="3078163" cy="82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600"/>
              <a:buFont typeface="Arial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0" name="Google Shape;170;p26"/>
          <p:cNvSpPr/>
          <p:nvPr/>
        </p:nvSpPr>
        <p:spPr>
          <a:xfrm>
            <a:off x="0" y="4413250"/>
            <a:ext cx="1606549" cy="158823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1606548" y="4413250"/>
            <a:ext cx="10585452" cy="15882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2" name="Google Shape;172;p26"/>
          <p:cNvSpPr/>
          <p:nvPr/>
        </p:nvSpPr>
        <p:spPr>
          <a:xfrm>
            <a:off x="0" y="6357256"/>
            <a:ext cx="7620000" cy="500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3" name="Google Shape;173;p26"/>
          <p:cNvSpPr txBox="1"/>
          <p:nvPr>
            <p:ph idx="3" type="body"/>
          </p:nvPr>
        </p:nvSpPr>
        <p:spPr>
          <a:xfrm>
            <a:off x="1549397" y="5039390"/>
            <a:ext cx="8262259" cy="131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74" name="Google Shape;174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7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Arial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7"/>
          <p:cNvSpPr txBox="1"/>
          <p:nvPr>
            <p:ph idx="1" type="body"/>
          </p:nvPr>
        </p:nvSpPr>
        <p:spPr>
          <a:xfrm>
            <a:off x="657922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27"/>
          <p:cNvSpPr/>
          <p:nvPr/>
        </p:nvSpPr>
        <p:spPr>
          <a:xfrm>
            <a:off x="1" y="0"/>
            <a:ext cx="800100" cy="17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800101" y="0"/>
            <a:ext cx="11391899" cy="1778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0" name="Google Shape;180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">
  <p:cSld name="end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type="title"/>
          </p:nvPr>
        </p:nvSpPr>
        <p:spPr>
          <a:xfrm>
            <a:off x="838200" y="2309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28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85" name="Google Shape;185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5781744"/>
            <a:ext cx="1343680" cy="77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ver">
  <p:cSld name="cover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0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4" name="Google Shape;194;p30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30"/>
          <p:cNvSpPr txBox="1"/>
          <p:nvPr>
            <p:ph idx="1" type="subTitle"/>
          </p:nvPr>
        </p:nvSpPr>
        <p:spPr>
          <a:xfrm>
            <a:off x="850900" y="3816404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000"/>
              <a:buNone/>
              <a:defRPr sz="300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4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6" name="Google Shape;196;p30"/>
          <p:cNvSpPr txBox="1"/>
          <p:nvPr>
            <p:ph idx="2" type="body"/>
          </p:nvPr>
        </p:nvSpPr>
        <p:spPr>
          <a:xfrm>
            <a:off x="608919" y="6004221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Arial"/>
              <a:buNone/>
              <a:defRPr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7" name="Google Shape;197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ndex">
  <p:cSld name="index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1"/>
          <p:cNvSpPr/>
          <p:nvPr/>
        </p:nvSpPr>
        <p:spPr>
          <a:xfrm>
            <a:off x="0" y="0"/>
            <a:ext cx="2444756" cy="54610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1" name="Google Shape;201;p31"/>
          <p:cNvSpPr/>
          <p:nvPr/>
        </p:nvSpPr>
        <p:spPr>
          <a:xfrm rot="5400000">
            <a:off x="-365160" y="2651087"/>
            <a:ext cx="5461003" cy="1588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0" y="5903684"/>
            <a:ext cx="7620000" cy="95431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3" name="Google Shape;203;p31"/>
          <p:cNvSpPr txBox="1"/>
          <p:nvPr>
            <p:ph idx="1" type="body"/>
          </p:nvPr>
        </p:nvSpPr>
        <p:spPr>
          <a:xfrm>
            <a:off x="3061855" y="1049338"/>
            <a:ext cx="8548535" cy="44116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Noto Sans Symbols"/>
              <a:buChar char="▪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Malgun Gothic"/>
              <a:buAutoNum type="arabicPeriod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algun Gothic"/>
              <a:buAutoNum type="arabicPeriod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04" name="Google Shape;204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1"/>
          <p:cNvSpPr txBox="1"/>
          <p:nvPr>
            <p:ph type="title"/>
          </p:nvPr>
        </p:nvSpPr>
        <p:spPr>
          <a:xfrm>
            <a:off x="389468" y="619120"/>
            <a:ext cx="184566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head">
  <p:cSld name="head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2"/>
          <p:cNvSpPr/>
          <p:nvPr/>
        </p:nvSpPr>
        <p:spPr>
          <a:xfrm>
            <a:off x="0" y="1"/>
            <a:ext cx="12192000" cy="4572072"/>
          </a:xfrm>
          <a:prstGeom prst="rect">
            <a:avLst/>
          </a:prstGeom>
          <a:solidFill>
            <a:srgbClr val="64656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8" name="Google Shape;208;p32"/>
          <p:cNvSpPr/>
          <p:nvPr>
            <p:ph idx="2" type="pic"/>
          </p:nvPr>
        </p:nvSpPr>
        <p:spPr>
          <a:xfrm>
            <a:off x="0" y="-1"/>
            <a:ext cx="12192000" cy="44132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09" name="Google Shape;209;p32"/>
          <p:cNvSpPr txBox="1"/>
          <p:nvPr>
            <p:ph type="title"/>
          </p:nvPr>
        </p:nvSpPr>
        <p:spPr>
          <a:xfrm>
            <a:off x="1549398" y="3069285"/>
            <a:ext cx="9292773" cy="8230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1549398" y="2114003"/>
            <a:ext cx="3078163" cy="82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6600"/>
              <a:buFont typeface="Arial"/>
              <a:buNone/>
              <a:defRPr sz="6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1" name="Google Shape;211;p32"/>
          <p:cNvSpPr/>
          <p:nvPr/>
        </p:nvSpPr>
        <p:spPr>
          <a:xfrm>
            <a:off x="0" y="4413250"/>
            <a:ext cx="1606549" cy="15882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2" name="Google Shape;212;p32"/>
          <p:cNvSpPr/>
          <p:nvPr/>
        </p:nvSpPr>
        <p:spPr>
          <a:xfrm>
            <a:off x="1606548" y="4413250"/>
            <a:ext cx="10585452" cy="15882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0" y="6357256"/>
            <a:ext cx="7620000" cy="50074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4" name="Google Shape;214;p32"/>
          <p:cNvSpPr txBox="1"/>
          <p:nvPr>
            <p:ph idx="3" type="body"/>
          </p:nvPr>
        </p:nvSpPr>
        <p:spPr>
          <a:xfrm>
            <a:off x="1549397" y="5039390"/>
            <a:ext cx="8262259" cy="13178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600"/>
              <a:buFont typeface="arial"/>
              <a:buNone/>
              <a:defRPr sz="1600"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/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215" name="Google Shape;21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ody">
  <p:cSld name="body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3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"/>
              <a:buNone/>
              <a:defRPr sz="3200">
                <a:solidFill>
                  <a:schemeClr val="accent6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33"/>
          <p:cNvSpPr txBox="1"/>
          <p:nvPr>
            <p:ph idx="1" type="body"/>
          </p:nvPr>
        </p:nvSpPr>
        <p:spPr>
          <a:xfrm>
            <a:off x="657922" y="1546854"/>
            <a:ext cx="1087615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20"/>
              <a:buChar char="✔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33"/>
          <p:cNvSpPr/>
          <p:nvPr/>
        </p:nvSpPr>
        <p:spPr>
          <a:xfrm>
            <a:off x="1" y="0"/>
            <a:ext cx="800100" cy="177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0" name="Google Shape;220;p33"/>
          <p:cNvSpPr/>
          <p:nvPr/>
        </p:nvSpPr>
        <p:spPr>
          <a:xfrm>
            <a:off x="800101" y="0"/>
            <a:ext cx="11391899" cy="177800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1" name="Google Shape;221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02561" y="5890261"/>
            <a:ext cx="1943294" cy="70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d">
  <p:cSld name="end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/>
          <p:nvPr>
            <p:ph type="title"/>
          </p:nvPr>
        </p:nvSpPr>
        <p:spPr>
          <a:xfrm>
            <a:off x="838200" y="230952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4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5" name="Google Shape;225;p34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26" name="Google Shape;226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720" y="5781744"/>
            <a:ext cx="1343680" cy="7766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slideLayout" Target="../slideLayouts/slideLayout7.xml"/><Relationship Id="rId5" Type="http://schemas.openxmlformats.org/officeDocument/2006/relationships/slideLayout" Target="../slideLayouts/slideLayout8.xml"/><Relationship Id="rId6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3.xml"/><Relationship Id="rId6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8.xml"/><Relationship Id="rId6" Type="http://schemas.openxmlformats.org/officeDocument/2006/relationships/theme" Target="../theme/theme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theme" Target="../theme/theme3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 00   |   Page </a:t>
            </a: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0" y="5349873"/>
            <a:ext cx="12192000" cy="1524003"/>
          </a:xfrm>
          <a:prstGeom prst="rect">
            <a:avLst/>
          </a:prstGeom>
          <a:solidFill>
            <a:srgbClr val="9698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" name="Google Shape;12;p1"/>
          <p:cNvSpPr/>
          <p:nvPr/>
        </p:nvSpPr>
        <p:spPr>
          <a:xfrm>
            <a:off x="0" y="5349873"/>
            <a:ext cx="12192000" cy="158827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268641" y="482222"/>
            <a:ext cx="1415835" cy="7724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829799" y="5905910"/>
            <a:ext cx="1764146" cy="50749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26" name="Google Shape;26;p5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 00   |   Page </a:t>
            </a:r>
            <a:fld id="{00000000-1234-1234-1234-123412341234}" type="slidenum">
              <a:rPr b="0" i="0" lang="en-US" sz="9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3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67" name="Google Shape;67;p11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00   |   Page </a:t>
            </a: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7" name="Google Shape;10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5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08" name="Google Shape;108;p17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00   |   Page </a:t>
            </a: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8" name="Google Shape;148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9" name="Google Shape;149;p23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00   |   Page </a:t>
            </a: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-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1469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6"/>
              </a:buClr>
              <a:buSzPts val="1620"/>
              <a:buFont typeface="Noto Sans Symbols"/>
              <a:buChar char="✔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90" name="Google Shape;190;p29"/>
          <p:cNvSpPr txBox="1"/>
          <p:nvPr/>
        </p:nvSpPr>
        <p:spPr>
          <a:xfrm>
            <a:off x="466955" y="6313177"/>
            <a:ext cx="5414068" cy="255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72000" spcFirstLastPara="1" rIns="72000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© Ericsson-LG Enterprise Co., Ltd. 2017   |   Internal   |   2017. 00.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00   |   Page </a:t>
            </a:r>
            <a:fld id="{00000000-1234-1234-1234-123412341234}" type="slidenum">
              <a:rPr lang="en-US" sz="9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0.jpg"/><Relationship Id="rId10" Type="http://schemas.openxmlformats.org/officeDocument/2006/relationships/image" Target="../media/image9.jpg"/><Relationship Id="rId9" Type="http://schemas.openxmlformats.org/officeDocument/2006/relationships/image" Target="../media/image7.png"/><Relationship Id="rId5" Type="http://schemas.openxmlformats.org/officeDocument/2006/relationships/image" Target="../media/image11.jpg"/><Relationship Id="rId6" Type="http://schemas.openxmlformats.org/officeDocument/2006/relationships/image" Target="../media/image12.png"/><Relationship Id="rId7" Type="http://schemas.openxmlformats.org/officeDocument/2006/relationships/image" Target="../media/image6.gif"/><Relationship Id="rId8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5"/>
          <p:cNvSpPr txBox="1"/>
          <p:nvPr>
            <p:ph type="ctrTitle"/>
          </p:nvPr>
        </p:nvSpPr>
        <p:spPr>
          <a:xfrm>
            <a:off x="850900" y="1267503"/>
            <a:ext cx="104902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APIs and Interfaces</a:t>
            </a:r>
            <a:br>
              <a:rPr lang="en-US"/>
            </a:br>
            <a:r>
              <a:rPr lang="en-US"/>
              <a:t>for UCP &amp; eMG</a:t>
            </a:r>
            <a:endParaRPr/>
          </a:p>
        </p:txBody>
      </p:sp>
      <p:sp>
        <p:nvSpPr>
          <p:cNvPr id="233" name="Google Shape;233;p35"/>
          <p:cNvSpPr txBox="1"/>
          <p:nvPr>
            <p:ph idx="1" type="subTitle"/>
          </p:nvPr>
        </p:nvSpPr>
        <p:spPr>
          <a:xfrm>
            <a:off x="850900" y="3816406"/>
            <a:ext cx="10490200" cy="849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sz="4000"/>
              <a:t>Unified 4.0 - Rls4.0.12</a:t>
            </a:r>
            <a:endParaRPr/>
          </a:p>
        </p:txBody>
      </p:sp>
      <p:sp>
        <p:nvSpPr>
          <p:cNvPr id="234" name="Google Shape;234;p35"/>
          <p:cNvSpPr txBox="1"/>
          <p:nvPr>
            <p:ph idx="2" type="body"/>
          </p:nvPr>
        </p:nvSpPr>
        <p:spPr>
          <a:xfrm>
            <a:off x="608919" y="6004223"/>
            <a:ext cx="4195309" cy="353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None/>
            </a:pPr>
            <a:r>
              <a:rPr lang="en-US"/>
              <a:t>Mar 2020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List of APIs and Interfaces for UCP/eMG</a:t>
            </a:r>
            <a:endParaRPr/>
          </a:p>
        </p:txBody>
      </p:sp>
      <p:graphicFrame>
        <p:nvGraphicFramePr>
          <p:cNvPr id="241" name="Google Shape;241;p36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48400"/>
                <a:gridCol w="6281950"/>
                <a:gridCol w="2716225"/>
                <a:gridCol w="7295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Type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Description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Document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SMDR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There are 4 ways to get SMDR data from the system.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SMDR print via Serial or TCP connection, specified in “rs232-form-of-IPKTS.xls”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- Real-time print after every call completion. No ack-based. Not licensed.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Interactive SMDR via TCP, specified in “Interactive SMDR interface.doc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- On-demand SMDR print upon request from SMDR application server. Ack-based. Not licensed.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API-SMDR via HTTPS, specified in “iPECS RESTful API Specification for application.doc”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   - On-demand SMDR via REST API. Licensed.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 </a:t>
                      </a: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SMDR print in JSON format via WebSocket, specified in “iPECS SME System Web API.docx”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b="0" i="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- Real-time print in JSON format via WebSocket after every call completion. Licensed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61912" lvl="1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1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1.rs232-form-of-IPKTS.xls</a:t>
                      </a:r>
                      <a:endParaRPr/>
                    </a:p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2.Interactive SMDR Interface.doc</a:t>
                      </a:r>
                      <a:endParaRPr/>
                    </a:p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3.iPECS RESTful API Specification for application.doc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4.iPECS SME System Web API.docx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1.0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1.0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3.5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4.0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Unified Serial Format (ACD Manager Protocol)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This interface provides all call event information in a real time via Serial or TCP connection. There are 2 types of interfaces as below. Licensed.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Type 1  interface for Sension call center application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Type 2 interface for other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call center applications including iPECS CCS and Report Plus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Currently available information from both types are the same but Type 2 has a message format for future expandability. Type 2 format is to be enabled with setting Unified serial format “on”, off for type 1.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ACD Manager print in JSON format via WebSocket. Licensed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1. ACD Manager Interface for type 1</a:t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2. iPECS Unified Serial Format</a:t>
                      </a:r>
                      <a:endParaRPr/>
                    </a:p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61912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 iPECS SME System Web API.docx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2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TAPI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TAPI applications are supported via Ericsson-LG Enterprise TSP driver, based on TAPI 2.1.</a:t>
                      </a:r>
                      <a:endParaRPr/>
                    </a:p>
                    <a:p>
                      <a:pPr indent="-112713" lvl="0" marL="11271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and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connection can’t be used at the same time.</a:t>
                      </a:r>
                      <a:endParaRPr/>
                    </a:p>
                    <a:p>
                      <a:pPr indent="-112713" lvl="0" marL="11271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For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party, only one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TAPI server can be supported.</a:t>
                      </a:r>
                      <a:endParaRPr/>
                    </a:p>
                    <a:p>
                      <a:pPr indent="-112713" lvl="0" marL="11271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Char char="-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Only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connection needs a license.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ELG-Enterprise_TSP User Guide Issue 5.1.pdf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34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PMS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There are 4 interfaces for Hotel PMS integration.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Ericsson-LG Enterprise proprietary interface. Need only Hotel license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Fidelio PMS interface. Need Hotel and Fidelio interface licenses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Mitel PMS interface. Need Hotel and 3PMS50 (50 guest room base) licenses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AutoNum type="arabicPeriod"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Tiger PMS middleware. Need Hotel from ELG and MW license from TigerTMS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UCP_eMG Hotel Manual.doc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        (Including ELG hotel interface spec)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FIAS vendor record spec.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Mitel PMS Message Format Spec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3rd Party SIP Interface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This is for 3</a:t>
                      </a:r>
                      <a:r>
                        <a:rPr baseline="30000"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SIP applications like VM, UMS, IPCR, Color ring solutions. Need SIP server (3SIPS) and SIP channel licenses (3SIPC)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SIP Interface Spec for VM_UMS_V1.1.docx</a:t>
                      </a:r>
                      <a:endParaRPr sz="90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List of APIs and Interfaces for UCP/eMG</a:t>
            </a:r>
            <a:endParaRPr/>
          </a:p>
        </p:txBody>
      </p:sp>
      <p:graphicFrame>
        <p:nvGraphicFramePr>
          <p:cNvPr id="248" name="Google Shape;248;p37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48400"/>
                <a:gridCol w="6281950"/>
                <a:gridCol w="2716225"/>
                <a:gridCol w="72957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Type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Description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/>
                        <a:t>Document</a:t>
                      </a:r>
                      <a:endParaRPr sz="90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Alarm Messaging Server Interface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This is for 3</a:t>
                      </a:r>
                      <a:r>
                        <a:rPr baseline="30000"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alarm/nurse call applications. Need an AMSI license for 3</a:t>
                      </a:r>
                      <a:r>
                        <a:rPr baseline="30000"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alarm server connection.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SIP Spec between iPECS and AlarmServer(or MAS)_rev1.docx</a:t>
                      </a:r>
                      <a:endParaRPr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2.0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Clickcall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Need a license for clickcall interface, commonly used with iPECS ClickCall client.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 Web Service API with XML message 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 REST API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ClickCall Web Service Spec.pdf</a:t>
                      </a:r>
                      <a:endParaRPr/>
                    </a:p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RESTful API Specification for application.doc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3.5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t/>
                      </a:r>
                      <a:endParaRPr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Call Control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This is for 3</a:t>
                      </a:r>
                      <a:r>
                        <a:rPr baseline="30000"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rd</a:t>
                      </a: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 party call control applications via Web API. Need server license and client licenses.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0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SME System Web API.docx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4.0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Call Event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Real-time call event via WebSocket. Licensed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1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SME System Web API.docx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4.0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  <a:tr h="1622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Malgun Gothic"/>
                        <a:buNone/>
                      </a:pPr>
                      <a:r>
                        <a:rPr lang="en-US" sz="900" u="none" cap="none" strike="noStrike"/>
                        <a:t>Flexible Paging</a:t>
                      </a:r>
                      <a:endParaRPr b="1" sz="90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Request Flexible Paging according to predefined program via Web API. Licensed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119063" lvl="1" marL="119063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Char char="•"/>
                      </a:pPr>
                      <a:r>
                        <a:rPr lang="en-US" sz="900" u="none" cap="none" strike="noStrike"/>
                        <a:t>iPECS SME System Web API.docx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u="none" cap="none" strike="noStrike"/>
                        <a:t>4.0</a:t>
                      </a:r>
                      <a:endParaRPr/>
                    </a:p>
                  </a:txBody>
                  <a:tcPr marT="45725" marB="45725" marR="91450" marL="91450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4" name="Google Shape;254;p38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28125"/>
                <a:gridCol w="865275"/>
                <a:gridCol w="3336225"/>
                <a:gridCol w="1589500"/>
                <a:gridCol w="720300"/>
                <a:gridCol w="2594500"/>
                <a:gridCol w="6422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SMDR print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Serial or TCP connection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On-line SMDR Print port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Real-time print after every call completion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No ack-based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rs232-form-of-IPKTS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Interactive SMDR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TCP connection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SMDR Interface Data Print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On-demand print upon request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Ack-based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Interactive SMDR Interface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SMDR REST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API-SMDR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On-demand JSON format REST API – GET/DELETE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RESTful API Specification for 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2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SMDR WebSocket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API-SMDR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Real-time JSON format after every call completion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SME System Web API.docx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255" name="Google Shape;255;p38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SMDR</a:t>
            </a:r>
            <a:endParaRPr/>
          </a:p>
        </p:txBody>
      </p:sp>
      <p:sp>
        <p:nvSpPr>
          <p:cNvPr id="256" name="Google Shape;256;p38"/>
          <p:cNvSpPr txBox="1"/>
          <p:nvPr>
            <p:ph idx="1" type="body"/>
          </p:nvPr>
        </p:nvSpPr>
        <p:spPr>
          <a:xfrm>
            <a:off x="657922" y="4350058"/>
            <a:ext cx="10876156" cy="242360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iPECS Report+ (SMDR print)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Billing / Accounting / Reporting / Statistics / Analytics solution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Hotel PMS Billing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66319"/>
              </a:buClr>
              <a:buSzPts val="1400"/>
              <a:buFont typeface="Noto Sans Symbols"/>
              <a:buChar char="⮚"/>
            </a:pPr>
            <a:r>
              <a:rPr i="1" lang="en-US" sz="1400">
                <a:solidFill>
                  <a:srgbClr val="000000"/>
                </a:solidFill>
              </a:rPr>
              <a:t>Maximum 3 concurrent Web API sessions are supported and single Web API session supports multiple services concurrently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ACD Manager Protocol</a:t>
            </a:r>
            <a:endParaRPr/>
          </a:p>
        </p:txBody>
      </p:sp>
      <p:sp>
        <p:nvSpPr>
          <p:cNvPr id="263" name="Google Shape;263;p39"/>
          <p:cNvSpPr txBox="1"/>
          <p:nvPr>
            <p:ph idx="1" type="body"/>
          </p:nvPr>
        </p:nvSpPr>
        <p:spPr>
          <a:xfrm>
            <a:off x="657922" y="3521005"/>
            <a:ext cx="10876154" cy="323490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iPECS Report+ (ACD Manager Protocol Type 2)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Sension call center application (ACD Manager Protocol Type 1)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Tollring iCall (ACD Manager Protocol Type 2)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Billing / Accounting solution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Reporting / Statistics / Analytics solution including ACD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Call Event monitoring application – Incoming/Outgoing call Pop-up with CRM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66319"/>
              </a:buClr>
              <a:buSzPts val="1400"/>
              <a:buFont typeface="Noto Sans Symbols"/>
              <a:buChar char="⮚"/>
            </a:pPr>
            <a:r>
              <a:rPr i="1" lang="en-US" sz="1400">
                <a:solidFill>
                  <a:srgbClr val="000000"/>
                </a:solidFill>
              </a:rPr>
              <a:t>Maximum 3 concurrent Web API sessions are supported and single Web API session supports multiple services concurrently</a:t>
            </a:r>
            <a:endParaRPr/>
          </a:p>
        </p:txBody>
      </p:sp>
      <p:graphicFrame>
        <p:nvGraphicFramePr>
          <p:cNvPr id="264" name="Google Shape;264;p39"/>
          <p:cNvGraphicFramePr/>
          <p:nvPr/>
        </p:nvGraphicFramePr>
        <p:xfrm>
          <a:off x="657922" y="1337197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16000"/>
                <a:gridCol w="972825"/>
                <a:gridCol w="3145375"/>
                <a:gridCol w="1727425"/>
                <a:gridCol w="712575"/>
                <a:gridCol w="2566625"/>
                <a:gridCol w="6353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Type 1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AMP or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API-AMP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Serial or TCP connection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ACD Manager Print port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All call event print in real-time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ACD Manager Interface for type 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2.1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Type 2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AMP or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API-AMP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Serial or TCP connection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ACD Manager Print port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All call event print in real-time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Unified Serial Format – ACD Manager type 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2.1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ACD Manager WebSocket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API-AMP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All real-time call event in JSON format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SME System Web API.docx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0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TAPI</a:t>
            </a:r>
            <a:endParaRPr/>
          </a:p>
        </p:txBody>
      </p:sp>
      <p:sp>
        <p:nvSpPr>
          <p:cNvPr id="271" name="Google Shape;271;p40"/>
          <p:cNvSpPr txBox="1"/>
          <p:nvPr>
            <p:ph idx="1" type="body"/>
          </p:nvPr>
        </p:nvSpPr>
        <p:spPr>
          <a:xfrm>
            <a:off x="657922" y="2902998"/>
            <a:ext cx="10876156" cy="2995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iPECS CCS (3</a:t>
            </a:r>
            <a:r>
              <a:rPr baseline="30000" lang="en-US"/>
              <a:t>rd</a:t>
            </a:r>
            <a:r>
              <a:rPr lang="en-US"/>
              <a:t> party connection)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Mondago PHONE Link (3</a:t>
            </a:r>
            <a:r>
              <a:rPr baseline="30000" lang="en-US"/>
              <a:t>rd</a:t>
            </a:r>
            <a:r>
              <a:rPr lang="en-US"/>
              <a:t> party connection)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Contact Center solution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Call control &amp; Call event monitoring CTI application</a:t>
            </a:r>
            <a:endParaRPr/>
          </a:p>
          <a:p>
            <a:pPr indent="-1397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1</a:t>
            </a:r>
            <a:r>
              <a:rPr baseline="30000" i="1" lang="en-US" sz="1400"/>
              <a:t>st</a:t>
            </a:r>
            <a:r>
              <a:rPr i="1" lang="en-US" sz="1400"/>
              <a:t> party &amp; 3</a:t>
            </a:r>
            <a:r>
              <a:rPr baseline="30000" i="1" lang="en-US" sz="1400"/>
              <a:t>rd</a:t>
            </a:r>
            <a:r>
              <a:rPr i="1" lang="en-US" sz="1400"/>
              <a:t> party connection cannot be used at the same call server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Only one 3</a:t>
            </a:r>
            <a:r>
              <a:rPr baseline="30000" i="1" lang="en-US" sz="1400"/>
              <a:t>rd</a:t>
            </a:r>
            <a:r>
              <a:rPr i="1" lang="en-US" sz="1400"/>
              <a:t> party connection is supported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Only first 1200 extensions can be controlled &amp; monitored</a:t>
            </a:r>
            <a:endParaRPr/>
          </a:p>
        </p:txBody>
      </p:sp>
      <p:graphicFrame>
        <p:nvGraphicFramePr>
          <p:cNvPr id="272" name="Google Shape;272;p40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16000"/>
                <a:gridCol w="972825"/>
                <a:gridCol w="3145375"/>
                <a:gridCol w="1727425"/>
                <a:gridCol w="712575"/>
                <a:gridCol w="2566625"/>
                <a:gridCol w="6353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1</a:t>
                      </a:r>
                      <a:r>
                        <a:rPr baseline="30000" lang="en-US" sz="1050" u="none" cap="none" strike="noStrike"/>
                        <a:t>st</a:t>
                      </a:r>
                      <a:r>
                        <a:rPr lang="en-US" sz="1050" u="none" cap="none" strike="noStrike"/>
                        <a:t> party connection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UDP IPKTS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Ericsson-LG Enterprise TSP driver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TAPI 2.1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ELG-Enterprise_TSP User Guide Issue 5.1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Client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IPKTS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Station #/PWD Auth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3</a:t>
                      </a:r>
                      <a:r>
                        <a:rPr baseline="30000" lang="en-US" sz="1050" u="none" cap="none" strike="noStrike"/>
                        <a:t>rd</a:t>
                      </a:r>
                      <a:r>
                        <a:rPr lang="en-US" sz="1050" u="none" cap="none" strike="noStrike"/>
                        <a:t> party connection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UDP IPKTS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Ericsson-LG Enterprise TSP driver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TAPI 2.1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ELG-Enterprise_TSP User Guide Issue 5.1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IPKTS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System Attendant #/PWD Auth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IP Authentication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1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PMS</a:t>
            </a:r>
            <a:endParaRPr/>
          </a:p>
        </p:txBody>
      </p:sp>
      <p:sp>
        <p:nvSpPr>
          <p:cNvPr id="279" name="Google Shape;279;p41"/>
          <p:cNvSpPr txBox="1"/>
          <p:nvPr>
            <p:ph idx="1" type="body"/>
          </p:nvPr>
        </p:nvSpPr>
        <p:spPr>
          <a:xfrm>
            <a:off x="657922" y="3533314"/>
            <a:ext cx="10876156" cy="2364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Tiger TMS middleware (Ericsson-LG Enterprise proprietary interface)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Oracle PMS integration (Micros Fidelio Protocol certificate)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Mitel Hotel sites &amp; Hilton Hotel OnQ (Mitel PMS interface)</a:t>
            </a:r>
            <a:endParaRPr/>
          </a:p>
          <a:p>
            <a:pPr indent="-1143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graphicFrame>
        <p:nvGraphicFramePr>
          <p:cNvPr id="280" name="Google Shape;280;p41"/>
          <p:cNvGraphicFramePr/>
          <p:nvPr/>
        </p:nvGraphicFramePr>
        <p:xfrm>
          <a:off x="657923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116000"/>
                <a:gridCol w="1233425"/>
                <a:gridCol w="2099875"/>
                <a:gridCol w="2512350"/>
                <a:gridCol w="712575"/>
                <a:gridCol w="2566625"/>
                <a:gridCol w="6353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iPECS proprietary interface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HOTEL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Serial or TCP connection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Unified Hotel Manual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X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Fidelio PMS interface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HOTEL 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FIDELIO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TCP connection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FIAS vendor interface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FIAS vendor record spec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IP Authentication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Mitel PMS interface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HOTEL &amp;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3PMS50 per 50 guest room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TCP connection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Mitel vendor interface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Mitel PMS Message Format Spec</a:t>
                      </a:r>
                      <a:endParaRPr/>
                    </a:p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Mitel PMS Protocol Spec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IP Authentication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3</a:t>
            </a:r>
            <a:r>
              <a:rPr baseline="30000" lang="en-US"/>
              <a:t>rd</a:t>
            </a:r>
            <a:r>
              <a:rPr lang="en-US"/>
              <a:t> party SIP Interface</a:t>
            </a:r>
            <a:endParaRPr/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657922" y="2325950"/>
            <a:ext cx="10876156" cy="35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CTL UMS IOTed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SIP based VMS / UMS / Call Recording / Color ring solution</a:t>
            </a:r>
            <a:endParaRPr/>
          </a:p>
        </p:txBody>
      </p:sp>
      <p:graphicFrame>
        <p:nvGraphicFramePr>
          <p:cNvPr id="288" name="Google Shape;288;p42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000650"/>
                <a:gridCol w="1382075"/>
                <a:gridCol w="1990600"/>
                <a:gridCol w="2542025"/>
                <a:gridCol w="721000"/>
                <a:gridCol w="2596975"/>
                <a:gridCol w="6428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VMS/UMS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3SIPS &amp;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3SIPC+3SIPEXT per channel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SIP based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SIP Interface Spec for VM_UMS_V1.1</a:t>
                      </a:r>
                      <a:endParaRPr sz="105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SIP ID/PWD Auth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3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Alarm Messaging Server Interface</a:t>
            </a:r>
            <a:endParaRPr/>
          </a:p>
        </p:txBody>
      </p:sp>
      <p:sp>
        <p:nvSpPr>
          <p:cNvPr id="295" name="Google Shape;295;p43"/>
          <p:cNvSpPr txBox="1"/>
          <p:nvPr>
            <p:ph idx="1" type="body"/>
          </p:nvPr>
        </p:nvSpPr>
        <p:spPr>
          <a:xfrm>
            <a:off x="657922" y="2255356"/>
            <a:ext cx="10876156" cy="3643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LAS integration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Nurse Call / Health Care system integration</a:t>
            </a:r>
            <a:endParaRPr/>
          </a:p>
        </p:txBody>
      </p:sp>
      <p:graphicFrame>
        <p:nvGraphicFramePr>
          <p:cNvPr id="296" name="Google Shape;296;p43"/>
          <p:cNvGraphicFramePr/>
          <p:nvPr/>
        </p:nvGraphicFramePr>
        <p:xfrm>
          <a:off x="657922" y="1295429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487100"/>
                <a:gridCol w="895625"/>
                <a:gridCol w="1990600"/>
                <a:gridCol w="2542025"/>
                <a:gridCol w="721000"/>
                <a:gridCol w="2596975"/>
                <a:gridCol w="6428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Alarm Messaging Server Interface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AMSI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SIP based</a:t>
                      </a:r>
                      <a:endParaRPr b="0" i="0" sz="1050" u="none" cap="none" strike="noStrike">
                        <a:solidFill>
                          <a:schemeClr val="dk1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SIP Spec between iPECS and AlarmServer_rev1.2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SIP ID/PWD Auth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297" name="Google Shape;297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55602" y="3864825"/>
            <a:ext cx="906463" cy="776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43"/>
          <p:cNvGrpSpPr/>
          <p:nvPr/>
        </p:nvGrpSpPr>
        <p:grpSpPr>
          <a:xfrm>
            <a:off x="1641963" y="3137330"/>
            <a:ext cx="7299985" cy="2823663"/>
            <a:chOff x="2702205" y="3433113"/>
            <a:chExt cx="7299985" cy="2823663"/>
          </a:xfrm>
        </p:grpSpPr>
        <p:sp>
          <p:nvSpPr>
            <p:cNvPr id="299" name="Google Shape;299;p43"/>
            <p:cNvSpPr/>
            <p:nvPr/>
          </p:nvSpPr>
          <p:spPr>
            <a:xfrm>
              <a:off x="6014866" y="3844646"/>
              <a:ext cx="3332424" cy="2412130"/>
            </a:xfrm>
            <a:prstGeom prst="roundRect">
              <a:avLst>
                <a:gd fmla="val 21600" name="adj"/>
              </a:avLst>
            </a:prstGeom>
            <a:gradFill>
              <a:gsLst>
                <a:gs pos="0">
                  <a:srgbClr val="8C8C8C">
                    <a:alpha val="52941"/>
                  </a:srgbClr>
                </a:gs>
                <a:gs pos="50000">
                  <a:srgbClr val="CACACA">
                    <a:alpha val="36862"/>
                  </a:srgbClr>
                </a:gs>
                <a:gs pos="100000">
                  <a:srgbClr val="F2F2F2">
                    <a:alpha val="15686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http://www.truenorth3mobile.com/blog/wp-content/uploads/2012/07/How-Doctors-Dentists-are-Using-Mobile-Marketing-for-their-Businesses.jpg" id="300" name="Google Shape;300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266406" y="4341915"/>
              <a:ext cx="1851502" cy="1154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ttp://www.christenberry-systems.com/images/Nurse_Call.jpg" id="301" name="Google Shape;301;p4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71053" y="4261659"/>
              <a:ext cx="970763" cy="13680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" name="Google Shape;302;p43"/>
            <p:cNvSpPr/>
            <p:nvPr/>
          </p:nvSpPr>
          <p:spPr>
            <a:xfrm>
              <a:off x="2702205" y="3844646"/>
              <a:ext cx="3193635" cy="2412130"/>
            </a:xfrm>
            <a:prstGeom prst="roundRect">
              <a:avLst>
                <a:gd fmla="val 22268" name="adj"/>
              </a:avLst>
            </a:prstGeom>
            <a:gradFill>
              <a:gsLst>
                <a:gs pos="0">
                  <a:srgbClr val="8C8C8C">
                    <a:alpha val="52941"/>
                  </a:srgbClr>
                </a:gs>
                <a:gs pos="50000">
                  <a:srgbClr val="CACACA">
                    <a:alpha val="36862"/>
                  </a:srgbClr>
                </a:gs>
                <a:gs pos="100000">
                  <a:srgbClr val="F2F2F2">
                    <a:alpha val="15686"/>
                  </a:srgbClr>
                </a:gs>
              </a:gsLst>
              <a:lin ang="135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03" name="Google Shape;303;p43"/>
            <p:cNvGrpSpPr/>
            <p:nvPr/>
          </p:nvGrpSpPr>
          <p:grpSpPr>
            <a:xfrm>
              <a:off x="7283730" y="4113976"/>
              <a:ext cx="271707" cy="256576"/>
              <a:chOff x="1627188" y="2608263"/>
              <a:chExt cx="1658938" cy="1719263"/>
            </a:xfrm>
          </p:grpSpPr>
          <p:sp>
            <p:nvSpPr>
              <p:cNvPr id="304" name="Google Shape;304;p43"/>
              <p:cNvSpPr/>
              <p:nvPr/>
            </p:nvSpPr>
            <p:spPr>
              <a:xfrm>
                <a:off x="2270125" y="4044951"/>
                <a:ext cx="50800" cy="52388"/>
              </a:xfrm>
              <a:custGeom>
                <a:rect b="b" l="l" r="r" t="t"/>
                <a:pathLst>
                  <a:path extrusionOk="0" h="100" w="98">
                    <a:moveTo>
                      <a:pt x="50" y="0"/>
                    </a:moveTo>
                    <a:lnTo>
                      <a:pt x="64" y="3"/>
                    </a:lnTo>
                    <a:lnTo>
                      <a:pt x="78" y="10"/>
                    </a:lnTo>
                    <a:lnTo>
                      <a:pt x="89" y="21"/>
                    </a:lnTo>
                    <a:lnTo>
                      <a:pt x="96" y="35"/>
                    </a:lnTo>
                    <a:lnTo>
                      <a:pt x="98" y="50"/>
                    </a:lnTo>
                    <a:lnTo>
                      <a:pt x="96" y="66"/>
                    </a:lnTo>
                    <a:lnTo>
                      <a:pt x="89" y="80"/>
                    </a:lnTo>
                    <a:lnTo>
                      <a:pt x="78" y="90"/>
                    </a:lnTo>
                    <a:lnTo>
                      <a:pt x="64" y="97"/>
                    </a:lnTo>
                    <a:lnTo>
                      <a:pt x="50" y="100"/>
                    </a:lnTo>
                    <a:lnTo>
                      <a:pt x="33" y="97"/>
                    </a:lnTo>
                    <a:lnTo>
                      <a:pt x="20" y="90"/>
                    </a:lnTo>
                    <a:lnTo>
                      <a:pt x="8" y="80"/>
                    </a:lnTo>
                    <a:lnTo>
                      <a:pt x="2" y="66"/>
                    </a:lnTo>
                    <a:lnTo>
                      <a:pt x="0" y="50"/>
                    </a:lnTo>
                    <a:lnTo>
                      <a:pt x="2" y="35"/>
                    </a:lnTo>
                    <a:lnTo>
                      <a:pt x="8" y="21"/>
                    </a:lnTo>
                    <a:lnTo>
                      <a:pt x="20" y="10"/>
                    </a:lnTo>
                    <a:lnTo>
                      <a:pt x="33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5" name="Google Shape;305;p43"/>
              <p:cNvSpPr/>
              <p:nvPr/>
            </p:nvSpPr>
            <p:spPr>
              <a:xfrm>
                <a:off x="2413000" y="4044951"/>
                <a:ext cx="53975" cy="52388"/>
              </a:xfrm>
              <a:custGeom>
                <a:rect b="b" l="l" r="r" t="t"/>
                <a:pathLst>
                  <a:path extrusionOk="0" h="100" w="100">
                    <a:moveTo>
                      <a:pt x="50" y="0"/>
                    </a:moveTo>
                    <a:lnTo>
                      <a:pt x="66" y="3"/>
                    </a:lnTo>
                    <a:lnTo>
                      <a:pt x="80" y="10"/>
                    </a:lnTo>
                    <a:lnTo>
                      <a:pt x="90" y="21"/>
                    </a:lnTo>
                    <a:lnTo>
                      <a:pt x="97" y="35"/>
                    </a:lnTo>
                    <a:lnTo>
                      <a:pt x="100" y="50"/>
                    </a:lnTo>
                    <a:lnTo>
                      <a:pt x="97" y="66"/>
                    </a:lnTo>
                    <a:lnTo>
                      <a:pt x="90" y="80"/>
                    </a:lnTo>
                    <a:lnTo>
                      <a:pt x="80" y="90"/>
                    </a:lnTo>
                    <a:lnTo>
                      <a:pt x="66" y="97"/>
                    </a:lnTo>
                    <a:lnTo>
                      <a:pt x="50" y="100"/>
                    </a:lnTo>
                    <a:lnTo>
                      <a:pt x="34" y="97"/>
                    </a:lnTo>
                    <a:lnTo>
                      <a:pt x="21" y="90"/>
                    </a:lnTo>
                    <a:lnTo>
                      <a:pt x="10" y="80"/>
                    </a:lnTo>
                    <a:lnTo>
                      <a:pt x="3" y="66"/>
                    </a:lnTo>
                    <a:lnTo>
                      <a:pt x="0" y="50"/>
                    </a:lnTo>
                    <a:lnTo>
                      <a:pt x="3" y="35"/>
                    </a:lnTo>
                    <a:lnTo>
                      <a:pt x="10" y="21"/>
                    </a:lnTo>
                    <a:lnTo>
                      <a:pt x="21" y="10"/>
                    </a:lnTo>
                    <a:lnTo>
                      <a:pt x="34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6" name="Google Shape;306;p43"/>
              <p:cNvSpPr/>
              <p:nvPr/>
            </p:nvSpPr>
            <p:spPr>
              <a:xfrm>
                <a:off x="2559050" y="4044951"/>
                <a:ext cx="50800" cy="52388"/>
              </a:xfrm>
              <a:custGeom>
                <a:rect b="b" l="l" r="r" t="t"/>
                <a:pathLst>
                  <a:path extrusionOk="0" h="100" w="98">
                    <a:moveTo>
                      <a:pt x="50" y="0"/>
                    </a:moveTo>
                    <a:lnTo>
                      <a:pt x="64" y="3"/>
                    </a:lnTo>
                    <a:lnTo>
                      <a:pt x="78" y="10"/>
                    </a:lnTo>
                    <a:lnTo>
                      <a:pt x="89" y="21"/>
                    </a:lnTo>
                    <a:lnTo>
                      <a:pt x="96" y="35"/>
                    </a:lnTo>
                    <a:lnTo>
                      <a:pt x="98" y="50"/>
                    </a:lnTo>
                    <a:lnTo>
                      <a:pt x="96" y="66"/>
                    </a:lnTo>
                    <a:lnTo>
                      <a:pt x="89" y="80"/>
                    </a:lnTo>
                    <a:lnTo>
                      <a:pt x="78" y="90"/>
                    </a:lnTo>
                    <a:lnTo>
                      <a:pt x="64" y="97"/>
                    </a:lnTo>
                    <a:lnTo>
                      <a:pt x="50" y="100"/>
                    </a:lnTo>
                    <a:lnTo>
                      <a:pt x="33" y="97"/>
                    </a:lnTo>
                    <a:lnTo>
                      <a:pt x="20" y="90"/>
                    </a:lnTo>
                    <a:lnTo>
                      <a:pt x="9" y="80"/>
                    </a:lnTo>
                    <a:lnTo>
                      <a:pt x="2" y="66"/>
                    </a:lnTo>
                    <a:lnTo>
                      <a:pt x="0" y="50"/>
                    </a:lnTo>
                    <a:lnTo>
                      <a:pt x="2" y="35"/>
                    </a:lnTo>
                    <a:lnTo>
                      <a:pt x="9" y="21"/>
                    </a:lnTo>
                    <a:lnTo>
                      <a:pt x="20" y="10"/>
                    </a:lnTo>
                    <a:lnTo>
                      <a:pt x="33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7" name="Google Shape;307;p43"/>
              <p:cNvSpPr/>
              <p:nvPr/>
            </p:nvSpPr>
            <p:spPr>
              <a:xfrm>
                <a:off x="1627188" y="2608263"/>
                <a:ext cx="1658938" cy="1719263"/>
              </a:xfrm>
              <a:custGeom>
                <a:rect b="b" l="l" r="r" t="t"/>
                <a:pathLst>
                  <a:path extrusionOk="0" h="3250" w="3136">
                    <a:moveTo>
                      <a:pt x="2256" y="3088"/>
                    </a:moveTo>
                    <a:lnTo>
                      <a:pt x="2256" y="3154"/>
                    </a:lnTo>
                    <a:lnTo>
                      <a:pt x="2558" y="3154"/>
                    </a:lnTo>
                    <a:lnTo>
                      <a:pt x="2558" y="3088"/>
                    </a:lnTo>
                    <a:lnTo>
                      <a:pt x="2256" y="3088"/>
                    </a:lnTo>
                    <a:close/>
                    <a:moveTo>
                      <a:pt x="523" y="3088"/>
                    </a:moveTo>
                    <a:lnTo>
                      <a:pt x="523" y="3154"/>
                    </a:lnTo>
                    <a:lnTo>
                      <a:pt x="817" y="3154"/>
                    </a:lnTo>
                    <a:lnTo>
                      <a:pt x="817" y="3088"/>
                    </a:lnTo>
                    <a:lnTo>
                      <a:pt x="523" y="3088"/>
                    </a:lnTo>
                    <a:close/>
                    <a:moveTo>
                      <a:pt x="1536" y="1573"/>
                    </a:moveTo>
                    <a:lnTo>
                      <a:pt x="1473" y="1576"/>
                    </a:lnTo>
                    <a:lnTo>
                      <a:pt x="1415" y="1583"/>
                    </a:lnTo>
                    <a:lnTo>
                      <a:pt x="1360" y="1593"/>
                    </a:lnTo>
                    <a:lnTo>
                      <a:pt x="1311" y="1608"/>
                    </a:lnTo>
                    <a:lnTo>
                      <a:pt x="1263" y="1626"/>
                    </a:lnTo>
                    <a:lnTo>
                      <a:pt x="1221" y="1647"/>
                    </a:lnTo>
                    <a:lnTo>
                      <a:pt x="1182" y="1670"/>
                    </a:lnTo>
                    <a:lnTo>
                      <a:pt x="1146" y="1695"/>
                    </a:lnTo>
                    <a:lnTo>
                      <a:pt x="1114" y="1723"/>
                    </a:lnTo>
                    <a:lnTo>
                      <a:pt x="1084" y="1752"/>
                    </a:lnTo>
                    <a:lnTo>
                      <a:pt x="1058" y="1782"/>
                    </a:lnTo>
                    <a:lnTo>
                      <a:pt x="1034" y="1813"/>
                    </a:lnTo>
                    <a:lnTo>
                      <a:pt x="1013" y="1846"/>
                    </a:lnTo>
                    <a:lnTo>
                      <a:pt x="996" y="1878"/>
                    </a:lnTo>
                    <a:lnTo>
                      <a:pt x="980" y="1909"/>
                    </a:lnTo>
                    <a:lnTo>
                      <a:pt x="966" y="1942"/>
                    </a:lnTo>
                    <a:lnTo>
                      <a:pt x="954" y="1971"/>
                    </a:lnTo>
                    <a:lnTo>
                      <a:pt x="944" y="2000"/>
                    </a:lnTo>
                    <a:lnTo>
                      <a:pt x="935" y="2029"/>
                    </a:lnTo>
                    <a:lnTo>
                      <a:pt x="929" y="2053"/>
                    </a:lnTo>
                    <a:lnTo>
                      <a:pt x="924" y="2077"/>
                    </a:lnTo>
                    <a:lnTo>
                      <a:pt x="919" y="2098"/>
                    </a:lnTo>
                    <a:lnTo>
                      <a:pt x="916" y="2116"/>
                    </a:lnTo>
                    <a:lnTo>
                      <a:pt x="914" y="2131"/>
                    </a:lnTo>
                    <a:lnTo>
                      <a:pt x="913" y="2140"/>
                    </a:lnTo>
                    <a:lnTo>
                      <a:pt x="913" y="2148"/>
                    </a:lnTo>
                    <a:lnTo>
                      <a:pt x="913" y="3148"/>
                    </a:lnTo>
                    <a:lnTo>
                      <a:pt x="2160" y="3148"/>
                    </a:lnTo>
                    <a:lnTo>
                      <a:pt x="2160" y="2148"/>
                    </a:lnTo>
                    <a:lnTo>
                      <a:pt x="2160" y="2140"/>
                    </a:lnTo>
                    <a:lnTo>
                      <a:pt x="2159" y="2131"/>
                    </a:lnTo>
                    <a:lnTo>
                      <a:pt x="2156" y="2116"/>
                    </a:lnTo>
                    <a:lnTo>
                      <a:pt x="2154" y="2098"/>
                    </a:lnTo>
                    <a:lnTo>
                      <a:pt x="2149" y="2077"/>
                    </a:lnTo>
                    <a:lnTo>
                      <a:pt x="2144" y="2053"/>
                    </a:lnTo>
                    <a:lnTo>
                      <a:pt x="2138" y="2029"/>
                    </a:lnTo>
                    <a:lnTo>
                      <a:pt x="2129" y="2001"/>
                    </a:lnTo>
                    <a:lnTo>
                      <a:pt x="2119" y="1971"/>
                    </a:lnTo>
                    <a:lnTo>
                      <a:pt x="2107" y="1942"/>
                    </a:lnTo>
                    <a:lnTo>
                      <a:pt x="2093" y="1910"/>
                    </a:lnTo>
                    <a:lnTo>
                      <a:pt x="2077" y="1878"/>
                    </a:lnTo>
                    <a:lnTo>
                      <a:pt x="2059" y="1846"/>
                    </a:lnTo>
                    <a:lnTo>
                      <a:pt x="2038" y="1815"/>
                    </a:lnTo>
                    <a:lnTo>
                      <a:pt x="2015" y="1782"/>
                    </a:lnTo>
                    <a:lnTo>
                      <a:pt x="1988" y="1752"/>
                    </a:lnTo>
                    <a:lnTo>
                      <a:pt x="1959" y="1724"/>
                    </a:lnTo>
                    <a:lnTo>
                      <a:pt x="1926" y="1695"/>
                    </a:lnTo>
                    <a:lnTo>
                      <a:pt x="1890" y="1670"/>
                    </a:lnTo>
                    <a:lnTo>
                      <a:pt x="1852" y="1647"/>
                    </a:lnTo>
                    <a:lnTo>
                      <a:pt x="1809" y="1626"/>
                    </a:lnTo>
                    <a:lnTo>
                      <a:pt x="1762" y="1608"/>
                    </a:lnTo>
                    <a:lnTo>
                      <a:pt x="1712" y="1593"/>
                    </a:lnTo>
                    <a:lnTo>
                      <a:pt x="1658" y="1583"/>
                    </a:lnTo>
                    <a:lnTo>
                      <a:pt x="1599" y="1576"/>
                    </a:lnTo>
                    <a:lnTo>
                      <a:pt x="1536" y="1573"/>
                    </a:lnTo>
                    <a:close/>
                    <a:moveTo>
                      <a:pt x="95" y="797"/>
                    </a:moveTo>
                    <a:lnTo>
                      <a:pt x="95" y="2991"/>
                    </a:lnTo>
                    <a:lnTo>
                      <a:pt x="817" y="2991"/>
                    </a:lnTo>
                    <a:lnTo>
                      <a:pt x="817" y="2143"/>
                    </a:lnTo>
                    <a:lnTo>
                      <a:pt x="817" y="2139"/>
                    </a:lnTo>
                    <a:lnTo>
                      <a:pt x="818" y="2132"/>
                    </a:lnTo>
                    <a:lnTo>
                      <a:pt x="819" y="2119"/>
                    </a:lnTo>
                    <a:lnTo>
                      <a:pt x="822" y="2103"/>
                    </a:lnTo>
                    <a:lnTo>
                      <a:pt x="825" y="2085"/>
                    </a:lnTo>
                    <a:lnTo>
                      <a:pt x="829" y="2061"/>
                    </a:lnTo>
                    <a:lnTo>
                      <a:pt x="835" y="2036"/>
                    </a:lnTo>
                    <a:lnTo>
                      <a:pt x="843" y="2007"/>
                    </a:lnTo>
                    <a:lnTo>
                      <a:pt x="852" y="1978"/>
                    </a:lnTo>
                    <a:lnTo>
                      <a:pt x="863" y="1945"/>
                    </a:lnTo>
                    <a:lnTo>
                      <a:pt x="876" y="1913"/>
                    </a:lnTo>
                    <a:lnTo>
                      <a:pt x="890" y="1878"/>
                    </a:lnTo>
                    <a:lnTo>
                      <a:pt x="908" y="1843"/>
                    </a:lnTo>
                    <a:lnTo>
                      <a:pt x="927" y="1807"/>
                    </a:lnTo>
                    <a:lnTo>
                      <a:pt x="950" y="1772"/>
                    </a:lnTo>
                    <a:lnTo>
                      <a:pt x="975" y="1738"/>
                    </a:lnTo>
                    <a:lnTo>
                      <a:pt x="1002" y="1703"/>
                    </a:lnTo>
                    <a:lnTo>
                      <a:pt x="1032" y="1670"/>
                    </a:lnTo>
                    <a:lnTo>
                      <a:pt x="1066" y="1638"/>
                    </a:lnTo>
                    <a:lnTo>
                      <a:pt x="1103" y="1608"/>
                    </a:lnTo>
                    <a:lnTo>
                      <a:pt x="1144" y="1581"/>
                    </a:lnTo>
                    <a:lnTo>
                      <a:pt x="1187" y="1556"/>
                    </a:lnTo>
                    <a:lnTo>
                      <a:pt x="1236" y="1534"/>
                    </a:lnTo>
                    <a:lnTo>
                      <a:pt x="1287" y="1515"/>
                    </a:lnTo>
                    <a:lnTo>
                      <a:pt x="1343" y="1499"/>
                    </a:lnTo>
                    <a:lnTo>
                      <a:pt x="1403" y="1488"/>
                    </a:lnTo>
                    <a:lnTo>
                      <a:pt x="1467" y="1480"/>
                    </a:lnTo>
                    <a:lnTo>
                      <a:pt x="1536" y="1478"/>
                    </a:lnTo>
                    <a:lnTo>
                      <a:pt x="1605" y="1480"/>
                    </a:lnTo>
                    <a:lnTo>
                      <a:pt x="1670" y="1488"/>
                    </a:lnTo>
                    <a:lnTo>
                      <a:pt x="1730" y="1499"/>
                    </a:lnTo>
                    <a:lnTo>
                      <a:pt x="1786" y="1515"/>
                    </a:lnTo>
                    <a:lnTo>
                      <a:pt x="1837" y="1534"/>
                    </a:lnTo>
                    <a:lnTo>
                      <a:pt x="1885" y="1556"/>
                    </a:lnTo>
                    <a:lnTo>
                      <a:pt x="1929" y="1581"/>
                    </a:lnTo>
                    <a:lnTo>
                      <a:pt x="1970" y="1608"/>
                    </a:lnTo>
                    <a:lnTo>
                      <a:pt x="2006" y="1638"/>
                    </a:lnTo>
                    <a:lnTo>
                      <a:pt x="2041" y="1670"/>
                    </a:lnTo>
                    <a:lnTo>
                      <a:pt x="2071" y="1703"/>
                    </a:lnTo>
                    <a:lnTo>
                      <a:pt x="2098" y="1738"/>
                    </a:lnTo>
                    <a:lnTo>
                      <a:pt x="2123" y="1772"/>
                    </a:lnTo>
                    <a:lnTo>
                      <a:pt x="2145" y="1807"/>
                    </a:lnTo>
                    <a:lnTo>
                      <a:pt x="2165" y="1843"/>
                    </a:lnTo>
                    <a:lnTo>
                      <a:pt x="2181" y="1878"/>
                    </a:lnTo>
                    <a:lnTo>
                      <a:pt x="2196" y="1913"/>
                    </a:lnTo>
                    <a:lnTo>
                      <a:pt x="2210" y="1945"/>
                    </a:lnTo>
                    <a:lnTo>
                      <a:pt x="2220" y="1978"/>
                    </a:lnTo>
                    <a:lnTo>
                      <a:pt x="2230" y="2007"/>
                    </a:lnTo>
                    <a:lnTo>
                      <a:pt x="2237" y="2036"/>
                    </a:lnTo>
                    <a:lnTo>
                      <a:pt x="2243" y="2061"/>
                    </a:lnTo>
                    <a:lnTo>
                      <a:pt x="2247" y="2085"/>
                    </a:lnTo>
                    <a:lnTo>
                      <a:pt x="2251" y="2103"/>
                    </a:lnTo>
                    <a:lnTo>
                      <a:pt x="2253" y="2119"/>
                    </a:lnTo>
                    <a:lnTo>
                      <a:pt x="2255" y="2132"/>
                    </a:lnTo>
                    <a:lnTo>
                      <a:pt x="2256" y="2139"/>
                    </a:lnTo>
                    <a:lnTo>
                      <a:pt x="2256" y="2143"/>
                    </a:lnTo>
                    <a:lnTo>
                      <a:pt x="2256" y="2145"/>
                    </a:lnTo>
                    <a:lnTo>
                      <a:pt x="2256" y="2991"/>
                    </a:lnTo>
                    <a:lnTo>
                      <a:pt x="2699" y="2991"/>
                    </a:lnTo>
                    <a:lnTo>
                      <a:pt x="2747" y="2990"/>
                    </a:lnTo>
                    <a:lnTo>
                      <a:pt x="2791" y="2982"/>
                    </a:lnTo>
                    <a:lnTo>
                      <a:pt x="2829" y="2971"/>
                    </a:lnTo>
                    <a:lnTo>
                      <a:pt x="2864" y="2958"/>
                    </a:lnTo>
                    <a:lnTo>
                      <a:pt x="2894" y="2940"/>
                    </a:lnTo>
                    <a:lnTo>
                      <a:pt x="2921" y="2920"/>
                    </a:lnTo>
                    <a:lnTo>
                      <a:pt x="2945" y="2899"/>
                    </a:lnTo>
                    <a:lnTo>
                      <a:pt x="2965" y="2875"/>
                    </a:lnTo>
                    <a:lnTo>
                      <a:pt x="2982" y="2851"/>
                    </a:lnTo>
                    <a:lnTo>
                      <a:pt x="2996" y="2826"/>
                    </a:lnTo>
                    <a:lnTo>
                      <a:pt x="3007" y="2801"/>
                    </a:lnTo>
                    <a:lnTo>
                      <a:pt x="3017" y="2776"/>
                    </a:lnTo>
                    <a:lnTo>
                      <a:pt x="3025" y="2752"/>
                    </a:lnTo>
                    <a:lnTo>
                      <a:pt x="3031" y="2729"/>
                    </a:lnTo>
                    <a:lnTo>
                      <a:pt x="3034" y="2709"/>
                    </a:lnTo>
                    <a:lnTo>
                      <a:pt x="3037" y="2690"/>
                    </a:lnTo>
                    <a:lnTo>
                      <a:pt x="3038" y="2674"/>
                    </a:lnTo>
                    <a:lnTo>
                      <a:pt x="3039" y="2662"/>
                    </a:lnTo>
                    <a:lnTo>
                      <a:pt x="3039" y="2654"/>
                    </a:lnTo>
                    <a:lnTo>
                      <a:pt x="3039" y="2649"/>
                    </a:lnTo>
                    <a:lnTo>
                      <a:pt x="3039" y="797"/>
                    </a:lnTo>
                    <a:lnTo>
                      <a:pt x="383" y="797"/>
                    </a:lnTo>
                    <a:lnTo>
                      <a:pt x="95" y="797"/>
                    </a:lnTo>
                    <a:close/>
                    <a:moveTo>
                      <a:pt x="2345" y="96"/>
                    </a:moveTo>
                    <a:lnTo>
                      <a:pt x="2333" y="100"/>
                    </a:lnTo>
                    <a:lnTo>
                      <a:pt x="2324" y="108"/>
                    </a:lnTo>
                    <a:lnTo>
                      <a:pt x="2321" y="120"/>
                    </a:lnTo>
                    <a:lnTo>
                      <a:pt x="2321" y="702"/>
                    </a:lnTo>
                    <a:lnTo>
                      <a:pt x="2369" y="702"/>
                    </a:lnTo>
                    <a:lnTo>
                      <a:pt x="2369" y="120"/>
                    </a:lnTo>
                    <a:lnTo>
                      <a:pt x="2365" y="108"/>
                    </a:lnTo>
                    <a:lnTo>
                      <a:pt x="2357" y="100"/>
                    </a:lnTo>
                    <a:lnTo>
                      <a:pt x="2345" y="96"/>
                    </a:lnTo>
                    <a:close/>
                    <a:moveTo>
                      <a:pt x="735" y="96"/>
                    </a:moveTo>
                    <a:lnTo>
                      <a:pt x="722" y="100"/>
                    </a:lnTo>
                    <a:lnTo>
                      <a:pt x="714" y="108"/>
                    </a:lnTo>
                    <a:lnTo>
                      <a:pt x="710" y="120"/>
                    </a:lnTo>
                    <a:lnTo>
                      <a:pt x="710" y="702"/>
                    </a:lnTo>
                    <a:lnTo>
                      <a:pt x="758" y="702"/>
                    </a:lnTo>
                    <a:lnTo>
                      <a:pt x="758" y="120"/>
                    </a:lnTo>
                    <a:lnTo>
                      <a:pt x="755" y="108"/>
                    </a:lnTo>
                    <a:lnTo>
                      <a:pt x="747" y="100"/>
                    </a:lnTo>
                    <a:lnTo>
                      <a:pt x="735" y="96"/>
                    </a:lnTo>
                    <a:close/>
                    <a:moveTo>
                      <a:pt x="735" y="0"/>
                    </a:moveTo>
                    <a:lnTo>
                      <a:pt x="762" y="4"/>
                    </a:lnTo>
                    <a:lnTo>
                      <a:pt x="787" y="13"/>
                    </a:lnTo>
                    <a:lnTo>
                      <a:pt x="809" y="26"/>
                    </a:lnTo>
                    <a:lnTo>
                      <a:pt x="828" y="45"/>
                    </a:lnTo>
                    <a:lnTo>
                      <a:pt x="842" y="67"/>
                    </a:lnTo>
                    <a:lnTo>
                      <a:pt x="852" y="92"/>
                    </a:lnTo>
                    <a:lnTo>
                      <a:pt x="854" y="120"/>
                    </a:lnTo>
                    <a:lnTo>
                      <a:pt x="854" y="702"/>
                    </a:lnTo>
                    <a:lnTo>
                      <a:pt x="2225" y="702"/>
                    </a:lnTo>
                    <a:lnTo>
                      <a:pt x="2225" y="120"/>
                    </a:lnTo>
                    <a:lnTo>
                      <a:pt x="2228" y="92"/>
                    </a:lnTo>
                    <a:lnTo>
                      <a:pt x="2237" y="67"/>
                    </a:lnTo>
                    <a:lnTo>
                      <a:pt x="2251" y="45"/>
                    </a:lnTo>
                    <a:lnTo>
                      <a:pt x="2270" y="26"/>
                    </a:lnTo>
                    <a:lnTo>
                      <a:pt x="2292" y="13"/>
                    </a:lnTo>
                    <a:lnTo>
                      <a:pt x="2318" y="4"/>
                    </a:lnTo>
                    <a:lnTo>
                      <a:pt x="2345" y="0"/>
                    </a:lnTo>
                    <a:lnTo>
                      <a:pt x="2373" y="4"/>
                    </a:lnTo>
                    <a:lnTo>
                      <a:pt x="2398" y="13"/>
                    </a:lnTo>
                    <a:lnTo>
                      <a:pt x="2420" y="26"/>
                    </a:lnTo>
                    <a:lnTo>
                      <a:pt x="2439" y="45"/>
                    </a:lnTo>
                    <a:lnTo>
                      <a:pt x="2452" y="67"/>
                    </a:lnTo>
                    <a:lnTo>
                      <a:pt x="2462" y="92"/>
                    </a:lnTo>
                    <a:lnTo>
                      <a:pt x="2465" y="120"/>
                    </a:lnTo>
                    <a:lnTo>
                      <a:pt x="2465" y="702"/>
                    </a:lnTo>
                    <a:lnTo>
                      <a:pt x="3136" y="702"/>
                    </a:lnTo>
                    <a:lnTo>
                      <a:pt x="3136" y="2649"/>
                    </a:lnTo>
                    <a:lnTo>
                      <a:pt x="3136" y="2650"/>
                    </a:lnTo>
                    <a:lnTo>
                      <a:pt x="3136" y="2654"/>
                    </a:lnTo>
                    <a:lnTo>
                      <a:pt x="3135" y="2659"/>
                    </a:lnTo>
                    <a:lnTo>
                      <a:pt x="3135" y="3048"/>
                    </a:lnTo>
                    <a:lnTo>
                      <a:pt x="3133" y="3063"/>
                    </a:lnTo>
                    <a:lnTo>
                      <a:pt x="3124" y="3076"/>
                    </a:lnTo>
                    <a:lnTo>
                      <a:pt x="3113" y="3084"/>
                    </a:lnTo>
                    <a:lnTo>
                      <a:pt x="3098" y="3087"/>
                    </a:lnTo>
                    <a:lnTo>
                      <a:pt x="2711" y="3087"/>
                    </a:lnTo>
                    <a:lnTo>
                      <a:pt x="2705" y="3088"/>
                    </a:lnTo>
                    <a:lnTo>
                      <a:pt x="2699" y="3088"/>
                    </a:lnTo>
                    <a:lnTo>
                      <a:pt x="2654" y="3088"/>
                    </a:lnTo>
                    <a:lnTo>
                      <a:pt x="2654" y="3250"/>
                    </a:lnTo>
                    <a:lnTo>
                      <a:pt x="427" y="3250"/>
                    </a:lnTo>
                    <a:lnTo>
                      <a:pt x="427" y="3088"/>
                    </a:lnTo>
                    <a:lnTo>
                      <a:pt x="0" y="3088"/>
                    </a:lnTo>
                    <a:lnTo>
                      <a:pt x="0" y="702"/>
                    </a:lnTo>
                    <a:lnTo>
                      <a:pt x="383" y="702"/>
                    </a:lnTo>
                    <a:lnTo>
                      <a:pt x="614" y="702"/>
                    </a:lnTo>
                    <a:lnTo>
                      <a:pt x="614" y="120"/>
                    </a:lnTo>
                    <a:lnTo>
                      <a:pt x="618" y="92"/>
                    </a:lnTo>
                    <a:lnTo>
                      <a:pt x="626" y="67"/>
                    </a:lnTo>
                    <a:lnTo>
                      <a:pt x="641" y="45"/>
                    </a:lnTo>
                    <a:lnTo>
                      <a:pt x="659" y="26"/>
                    </a:lnTo>
                    <a:lnTo>
                      <a:pt x="681" y="13"/>
                    </a:lnTo>
                    <a:lnTo>
                      <a:pt x="707" y="4"/>
                    </a:lnTo>
                    <a:lnTo>
                      <a:pt x="735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8" name="Google Shape;308;p43"/>
              <p:cNvSpPr/>
              <p:nvPr/>
            </p:nvSpPr>
            <p:spPr>
              <a:xfrm>
                <a:off x="2270125" y="4044951"/>
                <a:ext cx="50800" cy="52388"/>
              </a:xfrm>
              <a:custGeom>
                <a:rect b="b" l="l" r="r" t="t"/>
                <a:pathLst>
                  <a:path extrusionOk="0" h="100" w="98">
                    <a:moveTo>
                      <a:pt x="50" y="0"/>
                    </a:moveTo>
                    <a:lnTo>
                      <a:pt x="64" y="3"/>
                    </a:lnTo>
                    <a:lnTo>
                      <a:pt x="78" y="10"/>
                    </a:lnTo>
                    <a:lnTo>
                      <a:pt x="89" y="21"/>
                    </a:lnTo>
                    <a:lnTo>
                      <a:pt x="96" y="35"/>
                    </a:lnTo>
                    <a:lnTo>
                      <a:pt x="98" y="50"/>
                    </a:lnTo>
                    <a:lnTo>
                      <a:pt x="96" y="66"/>
                    </a:lnTo>
                    <a:lnTo>
                      <a:pt x="89" y="80"/>
                    </a:lnTo>
                    <a:lnTo>
                      <a:pt x="78" y="90"/>
                    </a:lnTo>
                    <a:lnTo>
                      <a:pt x="64" y="97"/>
                    </a:lnTo>
                    <a:lnTo>
                      <a:pt x="50" y="100"/>
                    </a:lnTo>
                    <a:lnTo>
                      <a:pt x="33" y="97"/>
                    </a:lnTo>
                    <a:lnTo>
                      <a:pt x="20" y="90"/>
                    </a:lnTo>
                    <a:lnTo>
                      <a:pt x="8" y="80"/>
                    </a:lnTo>
                    <a:lnTo>
                      <a:pt x="2" y="66"/>
                    </a:lnTo>
                    <a:lnTo>
                      <a:pt x="0" y="50"/>
                    </a:lnTo>
                    <a:lnTo>
                      <a:pt x="2" y="35"/>
                    </a:lnTo>
                    <a:lnTo>
                      <a:pt x="8" y="21"/>
                    </a:lnTo>
                    <a:lnTo>
                      <a:pt x="20" y="10"/>
                    </a:lnTo>
                    <a:lnTo>
                      <a:pt x="33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09" name="Google Shape;309;p43"/>
              <p:cNvSpPr/>
              <p:nvPr/>
            </p:nvSpPr>
            <p:spPr>
              <a:xfrm>
                <a:off x="2413000" y="4044951"/>
                <a:ext cx="53975" cy="52388"/>
              </a:xfrm>
              <a:custGeom>
                <a:rect b="b" l="l" r="r" t="t"/>
                <a:pathLst>
                  <a:path extrusionOk="0" h="100" w="100">
                    <a:moveTo>
                      <a:pt x="50" y="0"/>
                    </a:moveTo>
                    <a:lnTo>
                      <a:pt x="66" y="3"/>
                    </a:lnTo>
                    <a:lnTo>
                      <a:pt x="80" y="10"/>
                    </a:lnTo>
                    <a:lnTo>
                      <a:pt x="90" y="21"/>
                    </a:lnTo>
                    <a:lnTo>
                      <a:pt x="97" y="35"/>
                    </a:lnTo>
                    <a:lnTo>
                      <a:pt x="100" y="50"/>
                    </a:lnTo>
                    <a:lnTo>
                      <a:pt x="97" y="66"/>
                    </a:lnTo>
                    <a:lnTo>
                      <a:pt x="90" y="80"/>
                    </a:lnTo>
                    <a:lnTo>
                      <a:pt x="80" y="90"/>
                    </a:lnTo>
                    <a:lnTo>
                      <a:pt x="66" y="97"/>
                    </a:lnTo>
                    <a:lnTo>
                      <a:pt x="50" y="100"/>
                    </a:lnTo>
                    <a:lnTo>
                      <a:pt x="34" y="97"/>
                    </a:lnTo>
                    <a:lnTo>
                      <a:pt x="21" y="90"/>
                    </a:lnTo>
                    <a:lnTo>
                      <a:pt x="10" y="80"/>
                    </a:lnTo>
                    <a:lnTo>
                      <a:pt x="3" y="66"/>
                    </a:lnTo>
                    <a:lnTo>
                      <a:pt x="0" y="50"/>
                    </a:lnTo>
                    <a:lnTo>
                      <a:pt x="3" y="35"/>
                    </a:lnTo>
                    <a:lnTo>
                      <a:pt x="10" y="21"/>
                    </a:lnTo>
                    <a:lnTo>
                      <a:pt x="21" y="10"/>
                    </a:lnTo>
                    <a:lnTo>
                      <a:pt x="34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10" name="Google Shape;310;p43"/>
              <p:cNvSpPr/>
              <p:nvPr/>
            </p:nvSpPr>
            <p:spPr>
              <a:xfrm>
                <a:off x="2559050" y="4044951"/>
                <a:ext cx="50800" cy="52388"/>
              </a:xfrm>
              <a:custGeom>
                <a:rect b="b" l="l" r="r" t="t"/>
                <a:pathLst>
                  <a:path extrusionOk="0" h="100" w="98">
                    <a:moveTo>
                      <a:pt x="50" y="0"/>
                    </a:moveTo>
                    <a:lnTo>
                      <a:pt x="64" y="3"/>
                    </a:lnTo>
                    <a:lnTo>
                      <a:pt x="78" y="10"/>
                    </a:lnTo>
                    <a:lnTo>
                      <a:pt x="89" y="21"/>
                    </a:lnTo>
                    <a:lnTo>
                      <a:pt x="96" y="35"/>
                    </a:lnTo>
                    <a:lnTo>
                      <a:pt x="98" y="50"/>
                    </a:lnTo>
                    <a:lnTo>
                      <a:pt x="96" y="66"/>
                    </a:lnTo>
                    <a:lnTo>
                      <a:pt x="89" y="80"/>
                    </a:lnTo>
                    <a:lnTo>
                      <a:pt x="78" y="90"/>
                    </a:lnTo>
                    <a:lnTo>
                      <a:pt x="64" y="97"/>
                    </a:lnTo>
                    <a:lnTo>
                      <a:pt x="50" y="100"/>
                    </a:lnTo>
                    <a:lnTo>
                      <a:pt x="33" y="97"/>
                    </a:lnTo>
                    <a:lnTo>
                      <a:pt x="20" y="90"/>
                    </a:lnTo>
                    <a:lnTo>
                      <a:pt x="9" y="80"/>
                    </a:lnTo>
                    <a:lnTo>
                      <a:pt x="2" y="66"/>
                    </a:lnTo>
                    <a:lnTo>
                      <a:pt x="0" y="50"/>
                    </a:lnTo>
                    <a:lnTo>
                      <a:pt x="2" y="35"/>
                    </a:lnTo>
                    <a:lnTo>
                      <a:pt x="9" y="21"/>
                    </a:lnTo>
                    <a:lnTo>
                      <a:pt x="20" y="10"/>
                    </a:lnTo>
                    <a:lnTo>
                      <a:pt x="33" y="3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311" name="Google Shape;311;p43"/>
            <p:cNvGrpSpPr/>
            <p:nvPr/>
          </p:nvGrpSpPr>
          <p:grpSpPr>
            <a:xfrm>
              <a:off x="6457339" y="4653180"/>
              <a:ext cx="529124" cy="610799"/>
              <a:chOff x="1555751" y="2663824"/>
              <a:chExt cx="1630363" cy="1614482"/>
            </a:xfrm>
          </p:grpSpPr>
          <p:sp>
            <p:nvSpPr>
              <p:cNvPr id="312" name="Google Shape;312;p43"/>
              <p:cNvSpPr/>
              <p:nvPr/>
            </p:nvSpPr>
            <p:spPr>
              <a:xfrm>
                <a:off x="2187576" y="2952750"/>
                <a:ext cx="52388" cy="915988"/>
              </a:xfrm>
              <a:custGeom>
                <a:rect b="b" l="l" r="r" t="t"/>
                <a:pathLst>
                  <a:path extrusionOk="0" h="1731" w="97">
                    <a:moveTo>
                      <a:pt x="0" y="0"/>
                    </a:moveTo>
                    <a:lnTo>
                      <a:pt x="97" y="0"/>
                    </a:lnTo>
                    <a:lnTo>
                      <a:pt x="97" y="1623"/>
                    </a:lnTo>
                    <a:lnTo>
                      <a:pt x="96" y="1649"/>
                    </a:lnTo>
                    <a:lnTo>
                      <a:pt x="91" y="1670"/>
                    </a:lnTo>
                    <a:lnTo>
                      <a:pt x="84" y="1689"/>
                    </a:lnTo>
                    <a:lnTo>
                      <a:pt x="77" y="1703"/>
                    </a:lnTo>
                    <a:lnTo>
                      <a:pt x="68" y="1713"/>
                    </a:lnTo>
                    <a:lnTo>
                      <a:pt x="58" y="1720"/>
                    </a:lnTo>
                    <a:lnTo>
                      <a:pt x="50" y="1725"/>
                    </a:lnTo>
                    <a:lnTo>
                      <a:pt x="41" y="1729"/>
                    </a:lnTo>
                    <a:lnTo>
                      <a:pt x="33" y="1730"/>
                    </a:lnTo>
                    <a:lnTo>
                      <a:pt x="29" y="1731"/>
                    </a:lnTo>
                    <a:lnTo>
                      <a:pt x="25" y="1731"/>
                    </a:lnTo>
                    <a:lnTo>
                      <a:pt x="0" y="173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3" name="Google Shape;313;p43"/>
              <p:cNvSpPr/>
              <p:nvPr/>
            </p:nvSpPr>
            <p:spPr>
              <a:xfrm>
                <a:off x="2500313" y="2952750"/>
                <a:ext cx="52388" cy="528638"/>
              </a:xfrm>
              <a:custGeom>
                <a:rect b="b" l="l" r="r" t="t"/>
                <a:pathLst>
                  <a:path extrusionOk="0" h="1000" w="97">
                    <a:moveTo>
                      <a:pt x="0" y="0"/>
                    </a:moveTo>
                    <a:lnTo>
                      <a:pt x="97" y="0"/>
                    </a:lnTo>
                    <a:lnTo>
                      <a:pt x="97" y="892"/>
                    </a:lnTo>
                    <a:lnTo>
                      <a:pt x="94" y="918"/>
                    </a:lnTo>
                    <a:lnTo>
                      <a:pt x="91" y="939"/>
                    </a:lnTo>
                    <a:lnTo>
                      <a:pt x="84" y="958"/>
                    </a:lnTo>
                    <a:lnTo>
                      <a:pt x="76" y="971"/>
                    </a:lnTo>
                    <a:lnTo>
                      <a:pt x="67" y="981"/>
                    </a:lnTo>
                    <a:lnTo>
                      <a:pt x="58" y="989"/>
                    </a:lnTo>
                    <a:lnTo>
                      <a:pt x="48" y="994"/>
                    </a:lnTo>
                    <a:lnTo>
                      <a:pt x="40" y="998"/>
                    </a:lnTo>
                    <a:lnTo>
                      <a:pt x="33" y="999"/>
                    </a:lnTo>
                    <a:lnTo>
                      <a:pt x="27" y="1000"/>
                    </a:lnTo>
                    <a:lnTo>
                      <a:pt x="25" y="1000"/>
                    </a:lnTo>
                    <a:lnTo>
                      <a:pt x="0" y="1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4" name="Google Shape;314;p43"/>
              <p:cNvSpPr/>
              <p:nvPr/>
            </p:nvSpPr>
            <p:spPr>
              <a:xfrm>
                <a:off x="1555751" y="2663824"/>
                <a:ext cx="1630363" cy="1614482"/>
              </a:xfrm>
              <a:custGeom>
                <a:rect b="b" l="l" r="r" t="t"/>
                <a:pathLst>
                  <a:path extrusionOk="0" h="3051" w="3082">
                    <a:moveTo>
                      <a:pt x="745" y="1534"/>
                    </a:moveTo>
                    <a:lnTo>
                      <a:pt x="635" y="1534"/>
                    </a:lnTo>
                    <a:lnTo>
                      <a:pt x="614" y="1616"/>
                    </a:lnTo>
                    <a:lnTo>
                      <a:pt x="592" y="1694"/>
                    </a:lnTo>
                    <a:lnTo>
                      <a:pt x="567" y="1771"/>
                    </a:lnTo>
                    <a:lnTo>
                      <a:pt x="541" y="1847"/>
                    </a:lnTo>
                    <a:lnTo>
                      <a:pt x="512" y="1919"/>
                    </a:lnTo>
                    <a:lnTo>
                      <a:pt x="483" y="1990"/>
                    </a:lnTo>
                    <a:lnTo>
                      <a:pt x="454" y="2057"/>
                    </a:lnTo>
                    <a:lnTo>
                      <a:pt x="424" y="2123"/>
                    </a:lnTo>
                    <a:lnTo>
                      <a:pt x="394" y="2184"/>
                    </a:lnTo>
                    <a:lnTo>
                      <a:pt x="364" y="2244"/>
                    </a:lnTo>
                    <a:lnTo>
                      <a:pt x="334" y="2299"/>
                    </a:lnTo>
                    <a:lnTo>
                      <a:pt x="304" y="2351"/>
                    </a:lnTo>
                    <a:lnTo>
                      <a:pt x="277" y="2399"/>
                    </a:lnTo>
                    <a:lnTo>
                      <a:pt x="250" y="2444"/>
                    </a:lnTo>
                    <a:lnTo>
                      <a:pt x="225" y="2484"/>
                    </a:lnTo>
                    <a:lnTo>
                      <a:pt x="201" y="2521"/>
                    </a:lnTo>
                    <a:lnTo>
                      <a:pt x="180" y="2552"/>
                    </a:lnTo>
                    <a:lnTo>
                      <a:pt x="161" y="2581"/>
                    </a:lnTo>
                    <a:lnTo>
                      <a:pt x="145" y="2603"/>
                    </a:lnTo>
                    <a:lnTo>
                      <a:pt x="133" y="2622"/>
                    </a:lnTo>
                    <a:lnTo>
                      <a:pt x="123" y="2634"/>
                    </a:lnTo>
                    <a:lnTo>
                      <a:pt x="117" y="2642"/>
                    </a:lnTo>
                    <a:lnTo>
                      <a:pt x="114" y="2648"/>
                    </a:lnTo>
                    <a:lnTo>
                      <a:pt x="108" y="2659"/>
                    </a:lnTo>
                    <a:lnTo>
                      <a:pt x="103" y="2674"/>
                    </a:lnTo>
                    <a:lnTo>
                      <a:pt x="98" y="2692"/>
                    </a:lnTo>
                    <a:lnTo>
                      <a:pt x="95" y="2712"/>
                    </a:lnTo>
                    <a:lnTo>
                      <a:pt x="95" y="2893"/>
                    </a:lnTo>
                    <a:lnTo>
                      <a:pt x="97" y="2899"/>
                    </a:lnTo>
                    <a:lnTo>
                      <a:pt x="99" y="2908"/>
                    </a:lnTo>
                    <a:lnTo>
                      <a:pt x="104" y="2917"/>
                    </a:lnTo>
                    <a:lnTo>
                      <a:pt x="110" y="2925"/>
                    </a:lnTo>
                    <a:lnTo>
                      <a:pt x="119" y="2934"/>
                    </a:lnTo>
                    <a:lnTo>
                      <a:pt x="131" y="2943"/>
                    </a:lnTo>
                    <a:lnTo>
                      <a:pt x="146" y="2949"/>
                    </a:lnTo>
                    <a:lnTo>
                      <a:pt x="166" y="2953"/>
                    </a:lnTo>
                    <a:lnTo>
                      <a:pt x="191" y="2955"/>
                    </a:lnTo>
                    <a:lnTo>
                      <a:pt x="745" y="2955"/>
                    </a:lnTo>
                    <a:lnTo>
                      <a:pt x="745" y="1534"/>
                    </a:lnTo>
                    <a:close/>
                    <a:moveTo>
                      <a:pt x="2337" y="1531"/>
                    </a:moveTo>
                    <a:lnTo>
                      <a:pt x="2337" y="2953"/>
                    </a:lnTo>
                    <a:lnTo>
                      <a:pt x="2890" y="2953"/>
                    </a:lnTo>
                    <a:lnTo>
                      <a:pt x="2915" y="2952"/>
                    </a:lnTo>
                    <a:lnTo>
                      <a:pt x="2936" y="2947"/>
                    </a:lnTo>
                    <a:lnTo>
                      <a:pt x="2951" y="2939"/>
                    </a:lnTo>
                    <a:lnTo>
                      <a:pt x="2964" y="2930"/>
                    </a:lnTo>
                    <a:lnTo>
                      <a:pt x="2972" y="2921"/>
                    </a:lnTo>
                    <a:lnTo>
                      <a:pt x="2979" y="2911"/>
                    </a:lnTo>
                    <a:lnTo>
                      <a:pt x="2982" y="2902"/>
                    </a:lnTo>
                    <a:lnTo>
                      <a:pt x="2985" y="2896"/>
                    </a:lnTo>
                    <a:lnTo>
                      <a:pt x="2986" y="2891"/>
                    </a:lnTo>
                    <a:lnTo>
                      <a:pt x="2985" y="2709"/>
                    </a:lnTo>
                    <a:lnTo>
                      <a:pt x="2983" y="2689"/>
                    </a:lnTo>
                    <a:lnTo>
                      <a:pt x="2979" y="2672"/>
                    </a:lnTo>
                    <a:lnTo>
                      <a:pt x="2974" y="2657"/>
                    </a:lnTo>
                    <a:lnTo>
                      <a:pt x="2967" y="2646"/>
                    </a:lnTo>
                    <a:lnTo>
                      <a:pt x="2964" y="2639"/>
                    </a:lnTo>
                    <a:lnTo>
                      <a:pt x="2959" y="2632"/>
                    </a:lnTo>
                    <a:lnTo>
                      <a:pt x="2949" y="2618"/>
                    </a:lnTo>
                    <a:lnTo>
                      <a:pt x="2936" y="2601"/>
                    </a:lnTo>
                    <a:lnTo>
                      <a:pt x="2920" y="2577"/>
                    </a:lnTo>
                    <a:lnTo>
                      <a:pt x="2901" y="2550"/>
                    </a:lnTo>
                    <a:lnTo>
                      <a:pt x="2880" y="2518"/>
                    </a:lnTo>
                    <a:lnTo>
                      <a:pt x="2857" y="2482"/>
                    </a:lnTo>
                    <a:lnTo>
                      <a:pt x="2832" y="2440"/>
                    </a:lnTo>
                    <a:lnTo>
                      <a:pt x="2804" y="2397"/>
                    </a:lnTo>
                    <a:lnTo>
                      <a:pt x="2777" y="2348"/>
                    </a:lnTo>
                    <a:lnTo>
                      <a:pt x="2747" y="2296"/>
                    </a:lnTo>
                    <a:lnTo>
                      <a:pt x="2717" y="2240"/>
                    </a:lnTo>
                    <a:lnTo>
                      <a:pt x="2687" y="2182"/>
                    </a:lnTo>
                    <a:lnTo>
                      <a:pt x="2658" y="2120"/>
                    </a:lnTo>
                    <a:lnTo>
                      <a:pt x="2627" y="2055"/>
                    </a:lnTo>
                    <a:lnTo>
                      <a:pt x="2598" y="1987"/>
                    </a:lnTo>
                    <a:lnTo>
                      <a:pt x="2568" y="1917"/>
                    </a:lnTo>
                    <a:lnTo>
                      <a:pt x="2541" y="1844"/>
                    </a:lnTo>
                    <a:lnTo>
                      <a:pt x="2515" y="1769"/>
                    </a:lnTo>
                    <a:lnTo>
                      <a:pt x="2490" y="1692"/>
                    </a:lnTo>
                    <a:lnTo>
                      <a:pt x="2467" y="1612"/>
                    </a:lnTo>
                    <a:lnTo>
                      <a:pt x="2446" y="1531"/>
                    </a:lnTo>
                    <a:lnTo>
                      <a:pt x="2337" y="1531"/>
                    </a:lnTo>
                    <a:close/>
                    <a:moveTo>
                      <a:pt x="849" y="97"/>
                    </a:moveTo>
                    <a:lnTo>
                      <a:pt x="849" y="2954"/>
                    </a:lnTo>
                    <a:lnTo>
                      <a:pt x="1864" y="2954"/>
                    </a:lnTo>
                    <a:lnTo>
                      <a:pt x="1913" y="2953"/>
                    </a:lnTo>
                    <a:lnTo>
                      <a:pt x="1959" y="2945"/>
                    </a:lnTo>
                    <a:lnTo>
                      <a:pt x="1998" y="2935"/>
                    </a:lnTo>
                    <a:lnTo>
                      <a:pt x="2034" y="2921"/>
                    </a:lnTo>
                    <a:lnTo>
                      <a:pt x="2067" y="2903"/>
                    </a:lnTo>
                    <a:lnTo>
                      <a:pt x="2095" y="2883"/>
                    </a:lnTo>
                    <a:lnTo>
                      <a:pt x="2122" y="2862"/>
                    </a:lnTo>
                    <a:lnTo>
                      <a:pt x="2143" y="2838"/>
                    </a:lnTo>
                    <a:lnTo>
                      <a:pt x="2161" y="2814"/>
                    </a:lnTo>
                    <a:lnTo>
                      <a:pt x="2178" y="2787"/>
                    </a:lnTo>
                    <a:lnTo>
                      <a:pt x="2191" y="2761"/>
                    </a:lnTo>
                    <a:lnTo>
                      <a:pt x="2202" y="2736"/>
                    </a:lnTo>
                    <a:lnTo>
                      <a:pt x="2211" y="2710"/>
                    </a:lnTo>
                    <a:lnTo>
                      <a:pt x="2219" y="2687"/>
                    </a:lnTo>
                    <a:lnTo>
                      <a:pt x="2224" y="2664"/>
                    </a:lnTo>
                    <a:lnTo>
                      <a:pt x="2227" y="2643"/>
                    </a:lnTo>
                    <a:lnTo>
                      <a:pt x="2230" y="2625"/>
                    </a:lnTo>
                    <a:lnTo>
                      <a:pt x="2232" y="2608"/>
                    </a:lnTo>
                    <a:lnTo>
                      <a:pt x="2232" y="2596"/>
                    </a:lnTo>
                    <a:lnTo>
                      <a:pt x="2233" y="2588"/>
                    </a:lnTo>
                    <a:lnTo>
                      <a:pt x="2233" y="2583"/>
                    </a:lnTo>
                    <a:lnTo>
                      <a:pt x="2233" y="97"/>
                    </a:lnTo>
                    <a:lnTo>
                      <a:pt x="849" y="97"/>
                    </a:lnTo>
                    <a:close/>
                    <a:moveTo>
                      <a:pt x="753" y="0"/>
                    </a:moveTo>
                    <a:lnTo>
                      <a:pt x="2329" y="0"/>
                    </a:lnTo>
                    <a:lnTo>
                      <a:pt x="2329" y="1436"/>
                    </a:lnTo>
                    <a:lnTo>
                      <a:pt x="2377" y="1436"/>
                    </a:lnTo>
                    <a:lnTo>
                      <a:pt x="2377" y="1293"/>
                    </a:lnTo>
                    <a:lnTo>
                      <a:pt x="2425" y="1293"/>
                    </a:lnTo>
                    <a:lnTo>
                      <a:pt x="2447" y="1296"/>
                    </a:lnTo>
                    <a:lnTo>
                      <a:pt x="2467" y="1304"/>
                    </a:lnTo>
                    <a:lnTo>
                      <a:pt x="2485" y="1316"/>
                    </a:lnTo>
                    <a:lnTo>
                      <a:pt x="2497" y="1332"/>
                    </a:lnTo>
                    <a:lnTo>
                      <a:pt x="2507" y="1350"/>
                    </a:lnTo>
                    <a:lnTo>
                      <a:pt x="2512" y="1368"/>
                    </a:lnTo>
                    <a:lnTo>
                      <a:pt x="2526" y="1447"/>
                    </a:lnTo>
                    <a:lnTo>
                      <a:pt x="2543" y="1524"/>
                    </a:lnTo>
                    <a:lnTo>
                      <a:pt x="2563" y="1600"/>
                    </a:lnTo>
                    <a:lnTo>
                      <a:pt x="2585" y="1674"/>
                    </a:lnTo>
                    <a:lnTo>
                      <a:pt x="2609" y="1747"/>
                    </a:lnTo>
                    <a:lnTo>
                      <a:pt x="2634" y="1817"/>
                    </a:lnTo>
                    <a:lnTo>
                      <a:pt x="2660" y="1886"/>
                    </a:lnTo>
                    <a:lnTo>
                      <a:pt x="2687" y="1953"/>
                    </a:lnTo>
                    <a:lnTo>
                      <a:pt x="2716" y="2016"/>
                    </a:lnTo>
                    <a:lnTo>
                      <a:pt x="2745" y="2079"/>
                    </a:lnTo>
                    <a:lnTo>
                      <a:pt x="2773" y="2137"/>
                    </a:lnTo>
                    <a:lnTo>
                      <a:pt x="2802" y="2193"/>
                    </a:lnTo>
                    <a:lnTo>
                      <a:pt x="2830" y="2246"/>
                    </a:lnTo>
                    <a:lnTo>
                      <a:pt x="2858" y="2296"/>
                    </a:lnTo>
                    <a:lnTo>
                      <a:pt x="2885" y="2342"/>
                    </a:lnTo>
                    <a:lnTo>
                      <a:pt x="2911" y="2385"/>
                    </a:lnTo>
                    <a:lnTo>
                      <a:pt x="2935" y="2424"/>
                    </a:lnTo>
                    <a:lnTo>
                      <a:pt x="2957" y="2459"/>
                    </a:lnTo>
                    <a:lnTo>
                      <a:pt x="2977" y="2490"/>
                    </a:lnTo>
                    <a:lnTo>
                      <a:pt x="2996" y="2518"/>
                    </a:lnTo>
                    <a:lnTo>
                      <a:pt x="3011" y="2540"/>
                    </a:lnTo>
                    <a:lnTo>
                      <a:pt x="3023" y="2559"/>
                    </a:lnTo>
                    <a:lnTo>
                      <a:pt x="3033" y="2571"/>
                    </a:lnTo>
                    <a:lnTo>
                      <a:pt x="3039" y="2580"/>
                    </a:lnTo>
                    <a:lnTo>
                      <a:pt x="3042" y="2583"/>
                    </a:lnTo>
                    <a:lnTo>
                      <a:pt x="3043" y="2586"/>
                    </a:lnTo>
                    <a:lnTo>
                      <a:pt x="3047" y="2591"/>
                    </a:lnTo>
                    <a:lnTo>
                      <a:pt x="3053" y="2601"/>
                    </a:lnTo>
                    <a:lnTo>
                      <a:pt x="3061" y="2616"/>
                    </a:lnTo>
                    <a:lnTo>
                      <a:pt x="3068" y="2636"/>
                    </a:lnTo>
                    <a:lnTo>
                      <a:pt x="3074" y="2657"/>
                    </a:lnTo>
                    <a:lnTo>
                      <a:pt x="3079" y="2682"/>
                    </a:lnTo>
                    <a:lnTo>
                      <a:pt x="3082" y="2709"/>
                    </a:lnTo>
                    <a:lnTo>
                      <a:pt x="3082" y="2894"/>
                    </a:lnTo>
                    <a:lnTo>
                      <a:pt x="3082" y="2897"/>
                    </a:lnTo>
                    <a:lnTo>
                      <a:pt x="3079" y="2912"/>
                    </a:lnTo>
                    <a:lnTo>
                      <a:pt x="3074" y="2929"/>
                    </a:lnTo>
                    <a:lnTo>
                      <a:pt x="3068" y="2947"/>
                    </a:lnTo>
                    <a:lnTo>
                      <a:pt x="3058" y="2965"/>
                    </a:lnTo>
                    <a:lnTo>
                      <a:pt x="3046" y="2984"/>
                    </a:lnTo>
                    <a:lnTo>
                      <a:pt x="3030" y="3000"/>
                    </a:lnTo>
                    <a:lnTo>
                      <a:pt x="3010" y="3016"/>
                    </a:lnTo>
                    <a:lnTo>
                      <a:pt x="2986" y="3030"/>
                    </a:lnTo>
                    <a:lnTo>
                      <a:pt x="2959" y="3040"/>
                    </a:lnTo>
                    <a:lnTo>
                      <a:pt x="2926" y="3046"/>
                    </a:lnTo>
                    <a:lnTo>
                      <a:pt x="2890" y="3050"/>
                    </a:lnTo>
                    <a:lnTo>
                      <a:pt x="2296" y="3050"/>
                    </a:lnTo>
                    <a:lnTo>
                      <a:pt x="1900" y="3050"/>
                    </a:lnTo>
                    <a:lnTo>
                      <a:pt x="1864" y="3051"/>
                    </a:lnTo>
                    <a:lnTo>
                      <a:pt x="840" y="3051"/>
                    </a:lnTo>
                    <a:lnTo>
                      <a:pt x="191" y="3051"/>
                    </a:lnTo>
                    <a:lnTo>
                      <a:pt x="155" y="3049"/>
                    </a:lnTo>
                    <a:lnTo>
                      <a:pt x="123" y="3042"/>
                    </a:lnTo>
                    <a:lnTo>
                      <a:pt x="95" y="3031"/>
                    </a:lnTo>
                    <a:lnTo>
                      <a:pt x="72" y="3019"/>
                    </a:lnTo>
                    <a:lnTo>
                      <a:pt x="52" y="3003"/>
                    </a:lnTo>
                    <a:lnTo>
                      <a:pt x="36" y="2986"/>
                    </a:lnTo>
                    <a:lnTo>
                      <a:pt x="23" y="2968"/>
                    </a:lnTo>
                    <a:lnTo>
                      <a:pt x="13" y="2950"/>
                    </a:lnTo>
                    <a:lnTo>
                      <a:pt x="6" y="2932"/>
                    </a:lnTo>
                    <a:lnTo>
                      <a:pt x="2" y="2914"/>
                    </a:lnTo>
                    <a:lnTo>
                      <a:pt x="0" y="2899"/>
                    </a:lnTo>
                    <a:lnTo>
                      <a:pt x="0" y="2896"/>
                    </a:lnTo>
                    <a:lnTo>
                      <a:pt x="0" y="2712"/>
                    </a:lnTo>
                    <a:lnTo>
                      <a:pt x="2" y="2684"/>
                    </a:lnTo>
                    <a:lnTo>
                      <a:pt x="7" y="2661"/>
                    </a:lnTo>
                    <a:lnTo>
                      <a:pt x="13" y="2638"/>
                    </a:lnTo>
                    <a:lnTo>
                      <a:pt x="21" y="2620"/>
                    </a:lnTo>
                    <a:lnTo>
                      <a:pt x="28" y="2605"/>
                    </a:lnTo>
                    <a:lnTo>
                      <a:pt x="34" y="2593"/>
                    </a:lnTo>
                    <a:lnTo>
                      <a:pt x="38" y="2588"/>
                    </a:lnTo>
                    <a:lnTo>
                      <a:pt x="39" y="2586"/>
                    </a:lnTo>
                    <a:lnTo>
                      <a:pt x="42" y="2582"/>
                    </a:lnTo>
                    <a:lnTo>
                      <a:pt x="48" y="2575"/>
                    </a:lnTo>
                    <a:lnTo>
                      <a:pt x="57" y="2561"/>
                    </a:lnTo>
                    <a:lnTo>
                      <a:pt x="71" y="2542"/>
                    </a:lnTo>
                    <a:lnTo>
                      <a:pt x="85" y="2520"/>
                    </a:lnTo>
                    <a:lnTo>
                      <a:pt x="104" y="2494"/>
                    </a:lnTo>
                    <a:lnTo>
                      <a:pt x="124" y="2463"/>
                    </a:lnTo>
                    <a:lnTo>
                      <a:pt x="146" y="2427"/>
                    </a:lnTo>
                    <a:lnTo>
                      <a:pt x="170" y="2388"/>
                    </a:lnTo>
                    <a:lnTo>
                      <a:pt x="196" y="2345"/>
                    </a:lnTo>
                    <a:lnTo>
                      <a:pt x="222" y="2299"/>
                    </a:lnTo>
                    <a:lnTo>
                      <a:pt x="251" y="2249"/>
                    </a:lnTo>
                    <a:lnTo>
                      <a:pt x="278" y="2195"/>
                    </a:lnTo>
                    <a:lnTo>
                      <a:pt x="308" y="2140"/>
                    </a:lnTo>
                    <a:lnTo>
                      <a:pt x="337" y="2081"/>
                    </a:lnTo>
                    <a:lnTo>
                      <a:pt x="365" y="2019"/>
                    </a:lnTo>
                    <a:lnTo>
                      <a:pt x="393" y="1955"/>
                    </a:lnTo>
                    <a:lnTo>
                      <a:pt x="421" y="1888"/>
                    </a:lnTo>
                    <a:lnTo>
                      <a:pt x="447" y="1820"/>
                    </a:lnTo>
                    <a:lnTo>
                      <a:pt x="472" y="1749"/>
                    </a:lnTo>
                    <a:lnTo>
                      <a:pt x="496" y="1677"/>
                    </a:lnTo>
                    <a:lnTo>
                      <a:pt x="518" y="1602"/>
                    </a:lnTo>
                    <a:lnTo>
                      <a:pt x="538" y="1526"/>
                    </a:lnTo>
                    <a:lnTo>
                      <a:pt x="556" y="1449"/>
                    </a:lnTo>
                    <a:lnTo>
                      <a:pt x="569" y="1371"/>
                    </a:lnTo>
                    <a:lnTo>
                      <a:pt x="574" y="1352"/>
                    </a:lnTo>
                    <a:lnTo>
                      <a:pt x="584" y="1335"/>
                    </a:lnTo>
                    <a:lnTo>
                      <a:pt x="597" y="1320"/>
                    </a:lnTo>
                    <a:lnTo>
                      <a:pt x="613" y="1306"/>
                    </a:lnTo>
                    <a:lnTo>
                      <a:pt x="634" y="1299"/>
                    </a:lnTo>
                    <a:lnTo>
                      <a:pt x="656" y="1295"/>
                    </a:lnTo>
                    <a:lnTo>
                      <a:pt x="705" y="1295"/>
                    </a:lnTo>
                    <a:lnTo>
                      <a:pt x="705" y="1438"/>
                    </a:lnTo>
                    <a:lnTo>
                      <a:pt x="753" y="1438"/>
                    </a:lnTo>
                    <a:lnTo>
                      <a:pt x="753" y="0"/>
                    </a:lnTo>
                    <a:close/>
                  </a:path>
                </a:pathLst>
              </a:custGeom>
              <a:solidFill>
                <a:srgbClr val="F2F2F2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5" name="Google Shape;315;p43"/>
            <p:cNvGrpSpPr/>
            <p:nvPr/>
          </p:nvGrpSpPr>
          <p:grpSpPr>
            <a:xfrm>
              <a:off x="8623730" y="3836699"/>
              <a:ext cx="162648" cy="261583"/>
              <a:chOff x="4060825" y="2411413"/>
              <a:chExt cx="1098550" cy="1714500"/>
            </a:xfrm>
          </p:grpSpPr>
          <p:sp>
            <p:nvSpPr>
              <p:cNvPr id="316" name="Google Shape;316;p43"/>
              <p:cNvSpPr/>
              <p:nvPr/>
            </p:nvSpPr>
            <p:spPr>
              <a:xfrm>
                <a:off x="4060825" y="2411413"/>
                <a:ext cx="1098550" cy="1714500"/>
              </a:xfrm>
              <a:custGeom>
                <a:rect b="b" l="l" r="r" t="t"/>
                <a:pathLst>
                  <a:path extrusionOk="0" h="1080" w="692">
                    <a:moveTo>
                      <a:pt x="692" y="700"/>
                    </a:moveTo>
                    <a:lnTo>
                      <a:pt x="592" y="700"/>
                    </a:lnTo>
                    <a:lnTo>
                      <a:pt x="592" y="58"/>
                    </a:lnTo>
                    <a:lnTo>
                      <a:pt x="532" y="58"/>
                    </a:lnTo>
                    <a:lnTo>
                      <a:pt x="532" y="52"/>
                    </a:lnTo>
                    <a:lnTo>
                      <a:pt x="532" y="0"/>
                    </a:lnTo>
                    <a:lnTo>
                      <a:pt x="512" y="0"/>
                    </a:lnTo>
                    <a:lnTo>
                      <a:pt x="502" y="2"/>
                    </a:lnTo>
                    <a:lnTo>
                      <a:pt x="494" y="4"/>
                    </a:lnTo>
                    <a:lnTo>
                      <a:pt x="488" y="10"/>
                    </a:lnTo>
                    <a:lnTo>
                      <a:pt x="486" y="16"/>
                    </a:lnTo>
                    <a:lnTo>
                      <a:pt x="482" y="26"/>
                    </a:lnTo>
                    <a:lnTo>
                      <a:pt x="482" y="32"/>
                    </a:lnTo>
                    <a:lnTo>
                      <a:pt x="482" y="58"/>
                    </a:lnTo>
                    <a:lnTo>
                      <a:pt x="106" y="58"/>
                    </a:lnTo>
                    <a:lnTo>
                      <a:pt x="106" y="700"/>
                    </a:lnTo>
                    <a:lnTo>
                      <a:pt x="0" y="700"/>
                    </a:lnTo>
                    <a:lnTo>
                      <a:pt x="0" y="1080"/>
                    </a:lnTo>
                    <a:lnTo>
                      <a:pt x="676" y="1080"/>
                    </a:lnTo>
                    <a:lnTo>
                      <a:pt x="682" y="1080"/>
                    </a:lnTo>
                    <a:lnTo>
                      <a:pt x="688" y="1076"/>
                    </a:lnTo>
                    <a:lnTo>
                      <a:pt x="692" y="1070"/>
                    </a:lnTo>
                    <a:lnTo>
                      <a:pt x="692" y="1064"/>
                    </a:lnTo>
                    <a:lnTo>
                      <a:pt x="692" y="928"/>
                    </a:lnTo>
                    <a:lnTo>
                      <a:pt x="692" y="700"/>
                    </a:lnTo>
                    <a:close/>
                    <a:moveTo>
                      <a:pt x="138" y="732"/>
                    </a:moveTo>
                    <a:lnTo>
                      <a:pt x="138" y="700"/>
                    </a:lnTo>
                    <a:lnTo>
                      <a:pt x="138" y="90"/>
                    </a:lnTo>
                    <a:lnTo>
                      <a:pt x="560" y="90"/>
                    </a:lnTo>
                    <a:lnTo>
                      <a:pt x="560" y="700"/>
                    </a:lnTo>
                    <a:lnTo>
                      <a:pt x="560" y="732"/>
                    </a:lnTo>
                    <a:lnTo>
                      <a:pt x="560" y="920"/>
                    </a:lnTo>
                    <a:lnTo>
                      <a:pt x="138" y="920"/>
                    </a:lnTo>
                    <a:lnTo>
                      <a:pt x="138" y="732"/>
                    </a:lnTo>
                    <a:close/>
                    <a:moveTo>
                      <a:pt x="660" y="928"/>
                    </a:moveTo>
                    <a:lnTo>
                      <a:pt x="660" y="928"/>
                    </a:lnTo>
                    <a:lnTo>
                      <a:pt x="660" y="934"/>
                    </a:lnTo>
                    <a:lnTo>
                      <a:pt x="658" y="950"/>
                    </a:lnTo>
                    <a:lnTo>
                      <a:pt x="654" y="968"/>
                    </a:lnTo>
                    <a:lnTo>
                      <a:pt x="644" y="990"/>
                    </a:lnTo>
                    <a:lnTo>
                      <a:pt x="638" y="1002"/>
                    </a:lnTo>
                    <a:lnTo>
                      <a:pt x="630" y="1012"/>
                    </a:lnTo>
                    <a:lnTo>
                      <a:pt x="620" y="1022"/>
                    </a:lnTo>
                    <a:lnTo>
                      <a:pt x="610" y="1030"/>
                    </a:lnTo>
                    <a:lnTo>
                      <a:pt x="596" y="1038"/>
                    </a:lnTo>
                    <a:lnTo>
                      <a:pt x="580" y="1044"/>
                    </a:lnTo>
                    <a:lnTo>
                      <a:pt x="562" y="1048"/>
                    </a:lnTo>
                    <a:lnTo>
                      <a:pt x="540" y="1048"/>
                    </a:lnTo>
                    <a:lnTo>
                      <a:pt x="32" y="1048"/>
                    </a:lnTo>
                    <a:lnTo>
                      <a:pt x="32" y="732"/>
                    </a:lnTo>
                    <a:lnTo>
                      <a:pt x="106" y="732"/>
                    </a:lnTo>
                    <a:lnTo>
                      <a:pt x="106" y="952"/>
                    </a:lnTo>
                    <a:lnTo>
                      <a:pt x="592" y="952"/>
                    </a:lnTo>
                    <a:lnTo>
                      <a:pt x="592" y="732"/>
                    </a:lnTo>
                    <a:lnTo>
                      <a:pt x="660" y="732"/>
                    </a:lnTo>
                    <a:lnTo>
                      <a:pt x="660" y="928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43"/>
              <p:cNvSpPr/>
              <p:nvPr/>
            </p:nvSpPr>
            <p:spPr>
              <a:xfrm>
                <a:off x="4403725" y="3227388"/>
                <a:ext cx="85725" cy="85725"/>
              </a:xfrm>
              <a:custGeom>
                <a:rect b="b" l="l" r="r" t="t"/>
                <a:pathLst>
                  <a:path extrusionOk="0" h="54" w="54">
                    <a:moveTo>
                      <a:pt x="26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38"/>
                    </a:lnTo>
                    <a:lnTo>
                      <a:pt x="0" y="54"/>
                    </a:lnTo>
                    <a:lnTo>
                      <a:pt x="26" y="54"/>
                    </a:lnTo>
                    <a:lnTo>
                      <a:pt x="36" y="54"/>
                    </a:lnTo>
                    <a:lnTo>
                      <a:pt x="44" y="52"/>
                    </a:lnTo>
                    <a:lnTo>
                      <a:pt x="48" y="48"/>
                    </a:lnTo>
                    <a:lnTo>
                      <a:pt x="52" y="44"/>
                    </a:lnTo>
                    <a:lnTo>
                      <a:pt x="54" y="36"/>
                    </a:lnTo>
                    <a:lnTo>
                      <a:pt x="54" y="34"/>
                    </a:lnTo>
                    <a:lnTo>
                      <a:pt x="54" y="0"/>
                    </a:lnTo>
                    <a:lnTo>
                      <a:pt x="32" y="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43"/>
              <p:cNvSpPr/>
              <p:nvPr/>
            </p:nvSpPr>
            <p:spPr>
              <a:xfrm>
                <a:off x="4403725" y="3379788"/>
                <a:ext cx="85725" cy="88900"/>
              </a:xfrm>
              <a:custGeom>
                <a:rect b="b" l="l" r="r" t="t"/>
                <a:pathLst>
                  <a:path extrusionOk="0" h="56" w="54">
                    <a:moveTo>
                      <a:pt x="26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38"/>
                    </a:lnTo>
                    <a:lnTo>
                      <a:pt x="0" y="56"/>
                    </a:lnTo>
                    <a:lnTo>
                      <a:pt x="26" y="56"/>
                    </a:lnTo>
                    <a:lnTo>
                      <a:pt x="36" y="54"/>
                    </a:lnTo>
                    <a:lnTo>
                      <a:pt x="44" y="52"/>
                    </a:lnTo>
                    <a:lnTo>
                      <a:pt x="48" y="48"/>
                    </a:lnTo>
                    <a:lnTo>
                      <a:pt x="52" y="44"/>
                    </a:lnTo>
                    <a:lnTo>
                      <a:pt x="54" y="38"/>
                    </a:lnTo>
                    <a:lnTo>
                      <a:pt x="54" y="34"/>
                    </a:lnTo>
                    <a:lnTo>
                      <a:pt x="54" y="0"/>
                    </a:lnTo>
                    <a:lnTo>
                      <a:pt x="32" y="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43"/>
              <p:cNvSpPr/>
              <p:nvPr/>
            </p:nvSpPr>
            <p:spPr>
              <a:xfrm>
                <a:off x="4568825" y="3379788"/>
                <a:ext cx="88900" cy="88900"/>
              </a:xfrm>
              <a:custGeom>
                <a:rect b="b" l="l" r="r" t="t"/>
                <a:pathLst>
                  <a:path extrusionOk="0" h="56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38"/>
                    </a:lnTo>
                    <a:lnTo>
                      <a:pt x="0" y="56"/>
                    </a:lnTo>
                    <a:lnTo>
                      <a:pt x="28" y="56"/>
                    </a:lnTo>
                    <a:lnTo>
                      <a:pt x="38" y="54"/>
                    </a:lnTo>
                    <a:lnTo>
                      <a:pt x="44" y="52"/>
                    </a:lnTo>
                    <a:lnTo>
                      <a:pt x="50" y="48"/>
                    </a:lnTo>
                    <a:lnTo>
                      <a:pt x="52" y="44"/>
                    </a:lnTo>
                    <a:lnTo>
                      <a:pt x="56" y="38"/>
                    </a:lnTo>
                    <a:lnTo>
                      <a:pt x="56" y="34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43"/>
              <p:cNvSpPr/>
              <p:nvPr/>
            </p:nvSpPr>
            <p:spPr>
              <a:xfrm>
                <a:off x="4737100" y="3379788"/>
                <a:ext cx="88900" cy="88900"/>
              </a:xfrm>
              <a:custGeom>
                <a:rect b="b" l="l" r="r" t="t"/>
                <a:pathLst>
                  <a:path extrusionOk="0" h="56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38"/>
                    </a:lnTo>
                    <a:lnTo>
                      <a:pt x="0" y="56"/>
                    </a:lnTo>
                    <a:lnTo>
                      <a:pt x="28" y="56"/>
                    </a:lnTo>
                    <a:lnTo>
                      <a:pt x="38" y="54"/>
                    </a:lnTo>
                    <a:lnTo>
                      <a:pt x="44" y="52"/>
                    </a:lnTo>
                    <a:lnTo>
                      <a:pt x="50" y="48"/>
                    </a:lnTo>
                    <a:lnTo>
                      <a:pt x="52" y="44"/>
                    </a:lnTo>
                    <a:lnTo>
                      <a:pt x="56" y="38"/>
                    </a:lnTo>
                    <a:lnTo>
                      <a:pt x="56" y="34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43"/>
              <p:cNvSpPr/>
              <p:nvPr/>
            </p:nvSpPr>
            <p:spPr>
              <a:xfrm>
                <a:off x="4403725" y="3532188"/>
                <a:ext cx="85725" cy="88900"/>
              </a:xfrm>
              <a:custGeom>
                <a:rect b="b" l="l" r="r" t="t"/>
                <a:pathLst>
                  <a:path extrusionOk="0" h="56" w="54">
                    <a:moveTo>
                      <a:pt x="26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40"/>
                    </a:lnTo>
                    <a:lnTo>
                      <a:pt x="0" y="56"/>
                    </a:lnTo>
                    <a:lnTo>
                      <a:pt x="26" y="56"/>
                    </a:lnTo>
                    <a:lnTo>
                      <a:pt x="36" y="56"/>
                    </a:lnTo>
                    <a:lnTo>
                      <a:pt x="44" y="54"/>
                    </a:lnTo>
                    <a:lnTo>
                      <a:pt x="48" y="50"/>
                    </a:lnTo>
                    <a:lnTo>
                      <a:pt x="52" y="46"/>
                    </a:lnTo>
                    <a:lnTo>
                      <a:pt x="54" y="38"/>
                    </a:lnTo>
                    <a:lnTo>
                      <a:pt x="54" y="34"/>
                    </a:lnTo>
                    <a:lnTo>
                      <a:pt x="54" y="26"/>
                    </a:lnTo>
                    <a:lnTo>
                      <a:pt x="54" y="0"/>
                    </a:lnTo>
                    <a:lnTo>
                      <a:pt x="32" y="0"/>
                    </a:lnTo>
                    <a:lnTo>
                      <a:pt x="26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43"/>
              <p:cNvSpPr/>
              <p:nvPr/>
            </p:nvSpPr>
            <p:spPr>
              <a:xfrm>
                <a:off x="4568825" y="3532188"/>
                <a:ext cx="88900" cy="88900"/>
              </a:xfrm>
              <a:custGeom>
                <a:rect b="b" l="l" r="r" t="t"/>
                <a:pathLst>
                  <a:path extrusionOk="0" h="56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40"/>
                    </a:lnTo>
                    <a:lnTo>
                      <a:pt x="0" y="56"/>
                    </a:lnTo>
                    <a:lnTo>
                      <a:pt x="28" y="56"/>
                    </a:lnTo>
                    <a:lnTo>
                      <a:pt x="38" y="56"/>
                    </a:lnTo>
                    <a:lnTo>
                      <a:pt x="44" y="54"/>
                    </a:lnTo>
                    <a:lnTo>
                      <a:pt x="50" y="50"/>
                    </a:lnTo>
                    <a:lnTo>
                      <a:pt x="52" y="46"/>
                    </a:lnTo>
                    <a:lnTo>
                      <a:pt x="56" y="38"/>
                    </a:lnTo>
                    <a:lnTo>
                      <a:pt x="56" y="34"/>
                    </a:lnTo>
                    <a:lnTo>
                      <a:pt x="56" y="26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43"/>
              <p:cNvSpPr/>
              <p:nvPr/>
            </p:nvSpPr>
            <p:spPr>
              <a:xfrm>
                <a:off x="4737100" y="3532188"/>
                <a:ext cx="88900" cy="88900"/>
              </a:xfrm>
              <a:custGeom>
                <a:rect b="b" l="l" r="r" t="t"/>
                <a:pathLst>
                  <a:path extrusionOk="0" h="56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2"/>
                    </a:lnTo>
                    <a:lnTo>
                      <a:pt x="0" y="26"/>
                    </a:lnTo>
                    <a:lnTo>
                      <a:pt x="0" y="40"/>
                    </a:lnTo>
                    <a:lnTo>
                      <a:pt x="0" y="56"/>
                    </a:lnTo>
                    <a:lnTo>
                      <a:pt x="28" y="56"/>
                    </a:lnTo>
                    <a:lnTo>
                      <a:pt x="38" y="56"/>
                    </a:lnTo>
                    <a:lnTo>
                      <a:pt x="44" y="54"/>
                    </a:lnTo>
                    <a:lnTo>
                      <a:pt x="50" y="50"/>
                    </a:lnTo>
                    <a:lnTo>
                      <a:pt x="52" y="46"/>
                    </a:lnTo>
                    <a:lnTo>
                      <a:pt x="56" y="38"/>
                    </a:lnTo>
                    <a:lnTo>
                      <a:pt x="56" y="34"/>
                    </a:lnTo>
                    <a:lnTo>
                      <a:pt x="56" y="26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43"/>
              <p:cNvSpPr/>
              <p:nvPr/>
            </p:nvSpPr>
            <p:spPr>
              <a:xfrm>
                <a:off x="4568825" y="3227388"/>
                <a:ext cx="88900" cy="85725"/>
              </a:xfrm>
              <a:custGeom>
                <a:rect b="b" l="l" r="r" t="t"/>
                <a:pathLst>
                  <a:path extrusionOk="0" h="54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38"/>
                    </a:lnTo>
                    <a:lnTo>
                      <a:pt x="0" y="54"/>
                    </a:lnTo>
                    <a:lnTo>
                      <a:pt x="28" y="54"/>
                    </a:lnTo>
                    <a:lnTo>
                      <a:pt x="38" y="54"/>
                    </a:lnTo>
                    <a:lnTo>
                      <a:pt x="44" y="52"/>
                    </a:lnTo>
                    <a:lnTo>
                      <a:pt x="50" y="48"/>
                    </a:lnTo>
                    <a:lnTo>
                      <a:pt x="52" y="44"/>
                    </a:lnTo>
                    <a:lnTo>
                      <a:pt x="56" y="36"/>
                    </a:lnTo>
                    <a:lnTo>
                      <a:pt x="56" y="34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43"/>
              <p:cNvSpPr/>
              <p:nvPr/>
            </p:nvSpPr>
            <p:spPr>
              <a:xfrm>
                <a:off x="4737100" y="3227388"/>
                <a:ext cx="88900" cy="85725"/>
              </a:xfrm>
              <a:custGeom>
                <a:rect b="b" l="l" r="r" t="t"/>
                <a:pathLst>
                  <a:path extrusionOk="0" h="54" w="56">
                    <a:moveTo>
                      <a:pt x="28" y="0"/>
                    </a:moveTo>
                    <a:lnTo>
                      <a:pt x="0" y="0"/>
                    </a:lnTo>
                    <a:lnTo>
                      <a:pt x="0" y="20"/>
                    </a:lnTo>
                    <a:lnTo>
                      <a:pt x="0" y="38"/>
                    </a:lnTo>
                    <a:lnTo>
                      <a:pt x="0" y="54"/>
                    </a:lnTo>
                    <a:lnTo>
                      <a:pt x="28" y="54"/>
                    </a:lnTo>
                    <a:lnTo>
                      <a:pt x="38" y="54"/>
                    </a:lnTo>
                    <a:lnTo>
                      <a:pt x="44" y="52"/>
                    </a:lnTo>
                    <a:lnTo>
                      <a:pt x="50" y="48"/>
                    </a:lnTo>
                    <a:lnTo>
                      <a:pt x="52" y="44"/>
                    </a:lnTo>
                    <a:lnTo>
                      <a:pt x="56" y="36"/>
                    </a:lnTo>
                    <a:lnTo>
                      <a:pt x="56" y="34"/>
                    </a:lnTo>
                    <a:lnTo>
                      <a:pt x="56" y="0"/>
                    </a:lnTo>
                    <a:lnTo>
                      <a:pt x="34" y="0"/>
                    </a:lnTo>
                    <a:lnTo>
                      <a:pt x="28" y="0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43"/>
              <p:cNvSpPr/>
              <p:nvPr/>
            </p:nvSpPr>
            <p:spPr>
              <a:xfrm>
                <a:off x="4321175" y="2598738"/>
                <a:ext cx="581025" cy="466725"/>
              </a:xfrm>
              <a:custGeom>
                <a:rect b="b" l="l" r="r" t="t"/>
                <a:pathLst>
                  <a:path extrusionOk="0" h="294" w="366">
                    <a:moveTo>
                      <a:pt x="0" y="70"/>
                    </a:moveTo>
                    <a:lnTo>
                      <a:pt x="0" y="294"/>
                    </a:lnTo>
                    <a:lnTo>
                      <a:pt x="292" y="294"/>
                    </a:lnTo>
                    <a:lnTo>
                      <a:pt x="306" y="294"/>
                    </a:lnTo>
                    <a:lnTo>
                      <a:pt x="316" y="292"/>
                    </a:lnTo>
                    <a:lnTo>
                      <a:pt x="326" y="290"/>
                    </a:lnTo>
                    <a:lnTo>
                      <a:pt x="334" y="286"/>
                    </a:lnTo>
                    <a:lnTo>
                      <a:pt x="348" y="276"/>
                    </a:lnTo>
                    <a:lnTo>
                      <a:pt x="356" y="264"/>
                    </a:lnTo>
                    <a:lnTo>
                      <a:pt x="362" y="254"/>
                    </a:lnTo>
                    <a:lnTo>
                      <a:pt x="364" y="244"/>
                    </a:lnTo>
                    <a:lnTo>
                      <a:pt x="366" y="234"/>
                    </a:lnTo>
                    <a:lnTo>
                      <a:pt x="366" y="0"/>
                    </a:lnTo>
                    <a:lnTo>
                      <a:pt x="72" y="0"/>
                    </a:lnTo>
                    <a:lnTo>
                      <a:pt x="0" y="70"/>
                    </a:lnTo>
                    <a:close/>
                    <a:moveTo>
                      <a:pt x="334" y="32"/>
                    </a:moveTo>
                    <a:lnTo>
                      <a:pt x="334" y="234"/>
                    </a:lnTo>
                    <a:lnTo>
                      <a:pt x="332" y="244"/>
                    </a:lnTo>
                    <a:lnTo>
                      <a:pt x="328" y="250"/>
                    </a:lnTo>
                    <a:lnTo>
                      <a:pt x="322" y="256"/>
                    </a:lnTo>
                    <a:lnTo>
                      <a:pt x="314" y="258"/>
                    </a:lnTo>
                    <a:lnTo>
                      <a:pt x="300" y="262"/>
                    </a:lnTo>
                    <a:lnTo>
                      <a:pt x="292" y="262"/>
                    </a:lnTo>
                    <a:lnTo>
                      <a:pt x="32" y="262"/>
                    </a:lnTo>
                    <a:lnTo>
                      <a:pt x="32" y="84"/>
                    </a:lnTo>
                    <a:lnTo>
                      <a:pt x="84" y="32"/>
                    </a:lnTo>
                    <a:lnTo>
                      <a:pt x="334" y="32"/>
                    </a:lnTo>
                    <a:close/>
                  </a:path>
                </a:pathLst>
              </a:custGeom>
              <a:solidFill>
                <a:srgbClr val="0C0C0C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" name="Google Shape;327;p43"/>
            <p:cNvGrpSpPr/>
            <p:nvPr/>
          </p:nvGrpSpPr>
          <p:grpSpPr>
            <a:xfrm>
              <a:off x="4881646" y="4733413"/>
              <a:ext cx="287945" cy="514654"/>
              <a:chOff x="2019297" y="2590827"/>
              <a:chExt cx="944562" cy="1782600"/>
            </a:xfrm>
          </p:grpSpPr>
          <p:sp>
            <p:nvSpPr>
              <p:cNvPr id="328" name="Google Shape;328;p43"/>
              <p:cNvSpPr/>
              <p:nvPr/>
            </p:nvSpPr>
            <p:spPr>
              <a:xfrm>
                <a:off x="2019297" y="2590827"/>
                <a:ext cx="944562" cy="1782600"/>
              </a:xfrm>
              <a:custGeom>
                <a:rect b="b" l="l" r="r" t="t"/>
                <a:pathLst>
                  <a:path extrusionOk="0" h="3092" w="1787">
                    <a:moveTo>
                      <a:pt x="571" y="96"/>
                    </a:moveTo>
                    <a:lnTo>
                      <a:pt x="97" y="576"/>
                    </a:lnTo>
                    <a:lnTo>
                      <a:pt x="97" y="2995"/>
                    </a:lnTo>
                    <a:lnTo>
                      <a:pt x="1205" y="2995"/>
                    </a:lnTo>
                    <a:lnTo>
                      <a:pt x="1270" y="2988"/>
                    </a:lnTo>
                    <a:lnTo>
                      <a:pt x="1329" y="2980"/>
                    </a:lnTo>
                    <a:lnTo>
                      <a:pt x="1384" y="2973"/>
                    </a:lnTo>
                    <a:lnTo>
                      <a:pt x="1430" y="2955"/>
                    </a:lnTo>
                    <a:lnTo>
                      <a:pt x="1472" y="2934"/>
                    </a:lnTo>
                    <a:lnTo>
                      <a:pt x="1511" y="2909"/>
                    </a:lnTo>
                    <a:lnTo>
                      <a:pt x="1546" y="2878"/>
                    </a:lnTo>
                    <a:lnTo>
                      <a:pt x="1577" y="2843"/>
                    </a:lnTo>
                    <a:lnTo>
                      <a:pt x="1605" y="2805"/>
                    </a:lnTo>
                    <a:lnTo>
                      <a:pt x="1630" y="2761"/>
                    </a:lnTo>
                    <a:lnTo>
                      <a:pt x="1648" y="2721"/>
                    </a:lnTo>
                    <a:lnTo>
                      <a:pt x="1661" y="2683"/>
                    </a:lnTo>
                    <a:lnTo>
                      <a:pt x="1671" y="2647"/>
                    </a:lnTo>
                    <a:lnTo>
                      <a:pt x="1679" y="2613"/>
                    </a:lnTo>
                    <a:lnTo>
                      <a:pt x="1684" y="2582"/>
                    </a:lnTo>
                    <a:lnTo>
                      <a:pt x="1688" y="2557"/>
                    </a:lnTo>
                    <a:lnTo>
                      <a:pt x="1689" y="2539"/>
                    </a:lnTo>
                    <a:lnTo>
                      <a:pt x="1690" y="2526"/>
                    </a:lnTo>
                    <a:lnTo>
                      <a:pt x="1690" y="2521"/>
                    </a:lnTo>
                    <a:lnTo>
                      <a:pt x="1690" y="96"/>
                    </a:lnTo>
                    <a:lnTo>
                      <a:pt x="571" y="96"/>
                    </a:lnTo>
                    <a:close/>
                    <a:moveTo>
                      <a:pt x="531" y="0"/>
                    </a:moveTo>
                    <a:lnTo>
                      <a:pt x="1786" y="0"/>
                    </a:lnTo>
                    <a:lnTo>
                      <a:pt x="1786" y="2287"/>
                    </a:lnTo>
                    <a:lnTo>
                      <a:pt x="1786" y="2285"/>
                    </a:lnTo>
                    <a:lnTo>
                      <a:pt x="1787" y="2284"/>
                    </a:lnTo>
                    <a:lnTo>
                      <a:pt x="1787" y="2285"/>
                    </a:lnTo>
                    <a:lnTo>
                      <a:pt x="1787" y="3040"/>
                    </a:lnTo>
                    <a:lnTo>
                      <a:pt x="1785" y="3056"/>
                    </a:lnTo>
                    <a:lnTo>
                      <a:pt x="1777" y="3070"/>
                    </a:lnTo>
                    <a:lnTo>
                      <a:pt x="1766" y="3081"/>
                    </a:lnTo>
                    <a:lnTo>
                      <a:pt x="1751" y="3088"/>
                    </a:lnTo>
                    <a:lnTo>
                      <a:pt x="1735" y="3091"/>
                    </a:lnTo>
                    <a:lnTo>
                      <a:pt x="1242" y="3091"/>
                    </a:lnTo>
                    <a:lnTo>
                      <a:pt x="1217" y="3092"/>
                    </a:lnTo>
                    <a:lnTo>
                      <a:pt x="0" y="3092"/>
                    </a:lnTo>
                    <a:lnTo>
                      <a:pt x="0" y="538"/>
                    </a:lnTo>
                    <a:lnTo>
                      <a:pt x="531" y="0"/>
                    </a:lnTo>
                    <a:close/>
                  </a:path>
                </a:pathLst>
              </a:custGeom>
              <a:solidFill>
                <a:srgbClr val="FF99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>
                <a:off x="2216147" y="3548106"/>
                <a:ext cx="555623" cy="50802"/>
              </a:xfrm>
              <a:prstGeom prst="rect">
                <a:avLst/>
              </a:prstGeom>
              <a:solidFill>
                <a:srgbClr val="FF99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30" name="Google Shape;330;p43"/>
              <p:cNvSpPr/>
              <p:nvPr/>
            </p:nvSpPr>
            <p:spPr>
              <a:xfrm>
                <a:off x="2216147" y="3422691"/>
                <a:ext cx="555623" cy="50802"/>
              </a:xfrm>
              <a:prstGeom prst="rect">
                <a:avLst/>
              </a:prstGeom>
              <a:solidFill>
                <a:srgbClr val="FF99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31" name="Google Shape;331;p43"/>
              <p:cNvSpPr/>
              <p:nvPr/>
            </p:nvSpPr>
            <p:spPr>
              <a:xfrm>
                <a:off x="2216147" y="3297268"/>
                <a:ext cx="555623" cy="50802"/>
              </a:xfrm>
              <a:prstGeom prst="rect">
                <a:avLst/>
              </a:prstGeom>
              <a:solidFill>
                <a:srgbClr val="FF99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332" name="Google Shape;332;p43"/>
              <p:cNvSpPr/>
              <p:nvPr/>
            </p:nvSpPr>
            <p:spPr>
              <a:xfrm>
                <a:off x="2216151" y="3171826"/>
                <a:ext cx="555623" cy="50802"/>
              </a:xfrm>
              <a:prstGeom prst="rect">
                <a:avLst/>
              </a:prstGeom>
              <a:solidFill>
                <a:srgbClr val="FF9900">
                  <a:alpha val="69803"/>
                </a:srgbClr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cxnSp>
          <p:nvCxnSpPr>
            <p:cNvPr id="333" name="Google Shape;333;p43"/>
            <p:cNvCxnSpPr/>
            <p:nvPr/>
          </p:nvCxnSpPr>
          <p:spPr>
            <a:xfrm flipH="1" rot="10800000">
              <a:off x="5441532" y="4954587"/>
              <a:ext cx="914926" cy="90130"/>
            </a:xfrm>
            <a:prstGeom prst="curvedConnector3">
              <a:avLst>
                <a:gd fmla="val 50000" name="adj1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cxnSp>
          <p:nvCxnSpPr>
            <p:cNvPr id="334" name="Google Shape;334;p43"/>
            <p:cNvCxnSpPr/>
            <p:nvPr/>
          </p:nvCxnSpPr>
          <p:spPr>
            <a:xfrm flipH="1" rot="10800000">
              <a:off x="4181788" y="4992946"/>
              <a:ext cx="559886" cy="58144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cxnSp>
          <p:nvCxnSpPr>
            <p:cNvPr id="335" name="Google Shape;335;p43"/>
            <p:cNvCxnSpPr/>
            <p:nvPr/>
          </p:nvCxnSpPr>
          <p:spPr>
            <a:xfrm flipH="1" rot="10800000">
              <a:off x="7602094" y="4586563"/>
              <a:ext cx="886487" cy="332577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grpSp>
          <p:nvGrpSpPr>
            <p:cNvPr id="336" name="Google Shape;336;p43"/>
            <p:cNvGrpSpPr/>
            <p:nvPr/>
          </p:nvGrpSpPr>
          <p:grpSpPr>
            <a:xfrm>
              <a:off x="8509271" y="4314228"/>
              <a:ext cx="445700" cy="466790"/>
              <a:chOff x="8406639" y="5053139"/>
              <a:chExt cx="1076161" cy="1032542"/>
            </a:xfrm>
          </p:grpSpPr>
          <p:grpSp>
            <p:nvGrpSpPr>
              <p:cNvPr id="337" name="Google Shape;337;p43"/>
              <p:cNvGrpSpPr/>
              <p:nvPr/>
            </p:nvGrpSpPr>
            <p:grpSpPr>
              <a:xfrm>
                <a:off x="8406639" y="5053139"/>
                <a:ext cx="322056" cy="578623"/>
                <a:chOff x="4060825" y="2411413"/>
                <a:chExt cx="1098550" cy="1714500"/>
              </a:xfrm>
            </p:grpSpPr>
            <p:sp>
              <p:nvSpPr>
                <p:cNvPr id="338" name="Google Shape;338;p43"/>
                <p:cNvSpPr/>
                <p:nvPr/>
              </p:nvSpPr>
              <p:spPr>
                <a:xfrm>
                  <a:off x="4060825" y="2411413"/>
                  <a:ext cx="1098550" cy="1714500"/>
                </a:xfrm>
                <a:custGeom>
                  <a:rect b="b" l="l" r="r" t="t"/>
                  <a:pathLst>
                    <a:path extrusionOk="0" h="1080" w="692">
                      <a:moveTo>
                        <a:pt x="692" y="700"/>
                      </a:moveTo>
                      <a:lnTo>
                        <a:pt x="592" y="700"/>
                      </a:lnTo>
                      <a:lnTo>
                        <a:pt x="592" y="58"/>
                      </a:lnTo>
                      <a:lnTo>
                        <a:pt x="532" y="58"/>
                      </a:lnTo>
                      <a:lnTo>
                        <a:pt x="532" y="52"/>
                      </a:lnTo>
                      <a:lnTo>
                        <a:pt x="532" y="0"/>
                      </a:lnTo>
                      <a:lnTo>
                        <a:pt x="512" y="0"/>
                      </a:lnTo>
                      <a:lnTo>
                        <a:pt x="502" y="2"/>
                      </a:lnTo>
                      <a:lnTo>
                        <a:pt x="494" y="4"/>
                      </a:lnTo>
                      <a:lnTo>
                        <a:pt x="488" y="10"/>
                      </a:lnTo>
                      <a:lnTo>
                        <a:pt x="486" y="16"/>
                      </a:lnTo>
                      <a:lnTo>
                        <a:pt x="482" y="26"/>
                      </a:lnTo>
                      <a:lnTo>
                        <a:pt x="482" y="32"/>
                      </a:lnTo>
                      <a:lnTo>
                        <a:pt x="482" y="58"/>
                      </a:lnTo>
                      <a:lnTo>
                        <a:pt x="106" y="58"/>
                      </a:lnTo>
                      <a:lnTo>
                        <a:pt x="106" y="700"/>
                      </a:lnTo>
                      <a:lnTo>
                        <a:pt x="0" y="700"/>
                      </a:lnTo>
                      <a:lnTo>
                        <a:pt x="0" y="1080"/>
                      </a:lnTo>
                      <a:lnTo>
                        <a:pt x="676" y="1080"/>
                      </a:lnTo>
                      <a:lnTo>
                        <a:pt x="682" y="1080"/>
                      </a:lnTo>
                      <a:lnTo>
                        <a:pt x="688" y="1076"/>
                      </a:lnTo>
                      <a:lnTo>
                        <a:pt x="692" y="1070"/>
                      </a:lnTo>
                      <a:lnTo>
                        <a:pt x="692" y="1064"/>
                      </a:lnTo>
                      <a:lnTo>
                        <a:pt x="692" y="928"/>
                      </a:lnTo>
                      <a:lnTo>
                        <a:pt x="692" y="700"/>
                      </a:lnTo>
                      <a:close/>
                      <a:moveTo>
                        <a:pt x="138" y="732"/>
                      </a:moveTo>
                      <a:lnTo>
                        <a:pt x="138" y="700"/>
                      </a:lnTo>
                      <a:lnTo>
                        <a:pt x="138" y="90"/>
                      </a:lnTo>
                      <a:lnTo>
                        <a:pt x="560" y="90"/>
                      </a:lnTo>
                      <a:lnTo>
                        <a:pt x="560" y="700"/>
                      </a:lnTo>
                      <a:lnTo>
                        <a:pt x="560" y="732"/>
                      </a:lnTo>
                      <a:lnTo>
                        <a:pt x="560" y="920"/>
                      </a:lnTo>
                      <a:lnTo>
                        <a:pt x="138" y="920"/>
                      </a:lnTo>
                      <a:lnTo>
                        <a:pt x="138" y="732"/>
                      </a:lnTo>
                      <a:close/>
                      <a:moveTo>
                        <a:pt x="660" y="928"/>
                      </a:moveTo>
                      <a:lnTo>
                        <a:pt x="660" y="928"/>
                      </a:lnTo>
                      <a:lnTo>
                        <a:pt x="660" y="934"/>
                      </a:lnTo>
                      <a:lnTo>
                        <a:pt x="658" y="950"/>
                      </a:lnTo>
                      <a:lnTo>
                        <a:pt x="654" y="968"/>
                      </a:lnTo>
                      <a:lnTo>
                        <a:pt x="644" y="990"/>
                      </a:lnTo>
                      <a:lnTo>
                        <a:pt x="638" y="1002"/>
                      </a:lnTo>
                      <a:lnTo>
                        <a:pt x="630" y="1012"/>
                      </a:lnTo>
                      <a:lnTo>
                        <a:pt x="620" y="1022"/>
                      </a:lnTo>
                      <a:lnTo>
                        <a:pt x="610" y="1030"/>
                      </a:lnTo>
                      <a:lnTo>
                        <a:pt x="596" y="1038"/>
                      </a:lnTo>
                      <a:lnTo>
                        <a:pt x="580" y="1044"/>
                      </a:lnTo>
                      <a:lnTo>
                        <a:pt x="562" y="1048"/>
                      </a:lnTo>
                      <a:lnTo>
                        <a:pt x="540" y="1048"/>
                      </a:lnTo>
                      <a:lnTo>
                        <a:pt x="32" y="1048"/>
                      </a:lnTo>
                      <a:lnTo>
                        <a:pt x="32" y="732"/>
                      </a:lnTo>
                      <a:lnTo>
                        <a:pt x="106" y="732"/>
                      </a:lnTo>
                      <a:lnTo>
                        <a:pt x="106" y="952"/>
                      </a:lnTo>
                      <a:lnTo>
                        <a:pt x="592" y="952"/>
                      </a:lnTo>
                      <a:lnTo>
                        <a:pt x="592" y="732"/>
                      </a:lnTo>
                      <a:lnTo>
                        <a:pt x="660" y="732"/>
                      </a:lnTo>
                      <a:lnTo>
                        <a:pt x="660" y="928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9" name="Google Shape;339;p43"/>
                <p:cNvSpPr/>
                <p:nvPr/>
              </p:nvSpPr>
              <p:spPr>
                <a:xfrm>
                  <a:off x="4403725" y="3227388"/>
                  <a:ext cx="85725" cy="85725"/>
                </a:xfrm>
                <a:custGeom>
                  <a:rect b="b" l="l" r="r" t="t"/>
                  <a:pathLst>
                    <a:path extrusionOk="0" h="54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6" y="54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6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" name="Google Shape;340;p43"/>
                <p:cNvSpPr/>
                <p:nvPr/>
              </p:nvSpPr>
              <p:spPr>
                <a:xfrm>
                  <a:off x="4403725" y="33797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" name="Google Shape;341;p43"/>
                <p:cNvSpPr/>
                <p:nvPr/>
              </p:nvSpPr>
              <p:spPr>
                <a:xfrm>
                  <a:off x="4568825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2" name="Google Shape;342;p43"/>
                <p:cNvSpPr/>
                <p:nvPr/>
              </p:nvSpPr>
              <p:spPr>
                <a:xfrm>
                  <a:off x="4737100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3" name="Google Shape;343;p43"/>
                <p:cNvSpPr/>
                <p:nvPr/>
              </p:nvSpPr>
              <p:spPr>
                <a:xfrm>
                  <a:off x="4403725" y="35321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6"/>
                      </a:lnTo>
                      <a:lnTo>
                        <a:pt x="44" y="54"/>
                      </a:lnTo>
                      <a:lnTo>
                        <a:pt x="48" y="50"/>
                      </a:lnTo>
                      <a:lnTo>
                        <a:pt x="52" y="46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26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4" name="Google Shape;344;p43"/>
                <p:cNvSpPr/>
                <p:nvPr/>
              </p:nvSpPr>
              <p:spPr>
                <a:xfrm>
                  <a:off x="4568825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5" name="Google Shape;345;p43"/>
                <p:cNvSpPr/>
                <p:nvPr/>
              </p:nvSpPr>
              <p:spPr>
                <a:xfrm>
                  <a:off x="4737100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6" name="Google Shape;346;p43"/>
                <p:cNvSpPr/>
                <p:nvPr/>
              </p:nvSpPr>
              <p:spPr>
                <a:xfrm>
                  <a:off x="4568825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7" name="Google Shape;347;p43"/>
                <p:cNvSpPr/>
                <p:nvPr/>
              </p:nvSpPr>
              <p:spPr>
                <a:xfrm>
                  <a:off x="4737100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8" name="Google Shape;348;p43"/>
                <p:cNvSpPr/>
                <p:nvPr/>
              </p:nvSpPr>
              <p:spPr>
                <a:xfrm>
                  <a:off x="4321175" y="2598738"/>
                  <a:ext cx="581025" cy="466725"/>
                </a:xfrm>
                <a:custGeom>
                  <a:rect b="b" l="l" r="r" t="t"/>
                  <a:pathLst>
                    <a:path extrusionOk="0" h="294" w="366">
                      <a:moveTo>
                        <a:pt x="0" y="70"/>
                      </a:moveTo>
                      <a:lnTo>
                        <a:pt x="0" y="294"/>
                      </a:lnTo>
                      <a:lnTo>
                        <a:pt x="292" y="294"/>
                      </a:lnTo>
                      <a:lnTo>
                        <a:pt x="306" y="294"/>
                      </a:lnTo>
                      <a:lnTo>
                        <a:pt x="316" y="292"/>
                      </a:lnTo>
                      <a:lnTo>
                        <a:pt x="326" y="290"/>
                      </a:lnTo>
                      <a:lnTo>
                        <a:pt x="334" y="286"/>
                      </a:lnTo>
                      <a:lnTo>
                        <a:pt x="348" y="276"/>
                      </a:lnTo>
                      <a:lnTo>
                        <a:pt x="356" y="264"/>
                      </a:lnTo>
                      <a:lnTo>
                        <a:pt x="362" y="254"/>
                      </a:lnTo>
                      <a:lnTo>
                        <a:pt x="364" y="244"/>
                      </a:lnTo>
                      <a:lnTo>
                        <a:pt x="366" y="234"/>
                      </a:lnTo>
                      <a:lnTo>
                        <a:pt x="366" y="0"/>
                      </a:lnTo>
                      <a:lnTo>
                        <a:pt x="72" y="0"/>
                      </a:lnTo>
                      <a:lnTo>
                        <a:pt x="0" y="70"/>
                      </a:lnTo>
                      <a:close/>
                      <a:moveTo>
                        <a:pt x="334" y="32"/>
                      </a:moveTo>
                      <a:lnTo>
                        <a:pt x="334" y="234"/>
                      </a:lnTo>
                      <a:lnTo>
                        <a:pt x="332" y="244"/>
                      </a:lnTo>
                      <a:lnTo>
                        <a:pt x="328" y="250"/>
                      </a:lnTo>
                      <a:lnTo>
                        <a:pt x="322" y="256"/>
                      </a:lnTo>
                      <a:lnTo>
                        <a:pt x="314" y="258"/>
                      </a:lnTo>
                      <a:lnTo>
                        <a:pt x="300" y="262"/>
                      </a:lnTo>
                      <a:lnTo>
                        <a:pt x="292" y="262"/>
                      </a:lnTo>
                      <a:lnTo>
                        <a:pt x="32" y="262"/>
                      </a:lnTo>
                      <a:lnTo>
                        <a:pt x="32" y="84"/>
                      </a:lnTo>
                      <a:lnTo>
                        <a:pt x="84" y="32"/>
                      </a:lnTo>
                      <a:lnTo>
                        <a:pt x="334" y="32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49" name="Google Shape;349;p43"/>
              <p:cNvGrpSpPr/>
              <p:nvPr/>
            </p:nvGrpSpPr>
            <p:grpSpPr>
              <a:xfrm>
                <a:off x="8761767" y="5303319"/>
                <a:ext cx="322056" cy="578623"/>
                <a:chOff x="4060825" y="2411413"/>
                <a:chExt cx="1098550" cy="1714500"/>
              </a:xfrm>
            </p:grpSpPr>
            <p:sp>
              <p:nvSpPr>
                <p:cNvPr id="350" name="Google Shape;350;p43"/>
                <p:cNvSpPr/>
                <p:nvPr/>
              </p:nvSpPr>
              <p:spPr>
                <a:xfrm>
                  <a:off x="4060825" y="2411413"/>
                  <a:ext cx="1098550" cy="1714500"/>
                </a:xfrm>
                <a:custGeom>
                  <a:rect b="b" l="l" r="r" t="t"/>
                  <a:pathLst>
                    <a:path extrusionOk="0" h="1080" w="692">
                      <a:moveTo>
                        <a:pt x="692" y="700"/>
                      </a:moveTo>
                      <a:lnTo>
                        <a:pt x="592" y="700"/>
                      </a:lnTo>
                      <a:lnTo>
                        <a:pt x="592" y="58"/>
                      </a:lnTo>
                      <a:lnTo>
                        <a:pt x="532" y="58"/>
                      </a:lnTo>
                      <a:lnTo>
                        <a:pt x="532" y="52"/>
                      </a:lnTo>
                      <a:lnTo>
                        <a:pt x="532" y="0"/>
                      </a:lnTo>
                      <a:lnTo>
                        <a:pt x="512" y="0"/>
                      </a:lnTo>
                      <a:lnTo>
                        <a:pt x="502" y="2"/>
                      </a:lnTo>
                      <a:lnTo>
                        <a:pt x="494" y="4"/>
                      </a:lnTo>
                      <a:lnTo>
                        <a:pt x="488" y="10"/>
                      </a:lnTo>
                      <a:lnTo>
                        <a:pt x="486" y="16"/>
                      </a:lnTo>
                      <a:lnTo>
                        <a:pt x="482" y="26"/>
                      </a:lnTo>
                      <a:lnTo>
                        <a:pt x="482" y="32"/>
                      </a:lnTo>
                      <a:lnTo>
                        <a:pt x="482" y="58"/>
                      </a:lnTo>
                      <a:lnTo>
                        <a:pt x="106" y="58"/>
                      </a:lnTo>
                      <a:lnTo>
                        <a:pt x="106" y="700"/>
                      </a:lnTo>
                      <a:lnTo>
                        <a:pt x="0" y="700"/>
                      </a:lnTo>
                      <a:lnTo>
                        <a:pt x="0" y="1080"/>
                      </a:lnTo>
                      <a:lnTo>
                        <a:pt x="676" y="1080"/>
                      </a:lnTo>
                      <a:lnTo>
                        <a:pt x="682" y="1080"/>
                      </a:lnTo>
                      <a:lnTo>
                        <a:pt x="688" y="1076"/>
                      </a:lnTo>
                      <a:lnTo>
                        <a:pt x="692" y="1070"/>
                      </a:lnTo>
                      <a:lnTo>
                        <a:pt x="692" y="1064"/>
                      </a:lnTo>
                      <a:lnTo>
                        <a:pt x="692" y="928"/>
                      </a:lnTo>
                      <a:lnTo>
                        <a:pt x="692" y="700"/>
                      </a:lnTo>
                      <a:close/>
                      <a:moveTo>
                        <a:pt x="138" y="732"/>
                      </a:moveTo>
                      <a:lnTo>
                        <a:pt x="138" y="700"/>
                      </a:lnTo>
                      <a:lnTo>
                        <a:pt x="138" y="90"/>
                      </a:lnTo>
                      <a:lnTo>
                        <a:pt x="560" y="90"/>
                      </a:lnTo>
                      <a:lnTo>
                        <a:pt x="560" y="700"/>
                      </a:lnTo>
                      <a:lnTo>
                        <a:pt x="560" y="732"/>
                      </a:lnTo>
                      <a:lnTo>
                        <a:pt x="560" y="920"/>
                      </a:lnTo>
                      <a:lnTo>
                        <a:pt x="138" y="920"/>
                      </a:lnTo>
                      <a:lnTo>
                        <a:pt x="138" y="732"/>
                      </a:lnTo>
                      <a:close/>
                      <a:moveTo>
                        <a:pt x="660" y="928"/>
                      </a:moveTo>
                      <a:lnTo>
                        <a:pt x="660" y="928"/>
                      </a:lnTo>
                      <a:lnTo>
                        <a:pt x="660" y="934"/>
                      </a:lnTo>
                      <a:lnTo>
                        <a:pt x="658" y="950"/>
                      </a:lnTo>
                      <a:lnTo>
                        <a:pt x="654" y="968"/>
                      </a:lnTo>
                      <a:lnTo>
                        <a:pt x="644" y="990"/>
                      </a:lnTo>
                      <a:lnTo>
                        <a:pt x="638" y="1002"/>
                      </a:lnTo>
                      <a:lnTo>
                        <a:pt x="630" y="1012"/>
                      </a:lnTo>
                      <a:lnTo>
                        <a:pt x="620" y="1022"/>
                      </a:lnTo>
                      <a:lnTo>
                        <a:pt x="610" y="1030"/>
                      </a:lnTo>
                      <a:lnTo>
                        <a:pt x="596" y="1038"/>
                      </a:lnTo>
                      <a:lnTo>
                        <a:pt x="580" y="1044"/>
                      </a:lnTo>
                      <a:lnTo>
                        <a:pt x="562" y="1048"/>
                      </a:lnTo>
                      <a:lnTo>
                        <a:pt x="540" y="1048"/>
                      </a:lnTo>
                      <a:lnTo>
                        <a:pt x="32" y="1048"/>
                      </a:lnTo>
                      <a:lnTo>
                        <a:pt x="32" y="732"/>
                      </a:lnTo>
                      <a:lnTo>
                        <a:pt x="106" y="732"/>
                      </a:lnTo>
                      <a:lnTo>
                        <a:pt x="106" y="952"/>
                      </a:lnTo>
                      <a:lnTo>
                        <a:pt x="592" y="952"/>
                      </a:lnTo>
                      <a:lnTo>
                        <a:pt x="592" y="732"/>
                      </a:lnTo>
                      <a:lnTo>
                        <a:pt x="660" y="732"/>
                      </a:lnTo>
                      <a:lnTo>
                        <a:pt x="660" y="928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1" name="Google Shape;351;p43"/>
                <p:cNvSpPr/>
                <p:nvPr/>
              </p:nvSpPr>
              <p:spPr>
                <a:xfrm>
                  <a:off x="4403725" y="3227388"/>
                  <a:ext cx="85725" cy="85725"/>
                </a:xfrm>
                <a:custGeom>
                  <a:rect b="b" l="l" r="r" t="t"/>
                  <a:pathLst>
                    <a:path extrusionOk="0" h="54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6" y="54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6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" name="Google Shape;352;p43"/>
                <p:cNvSpPr/>
                <p:nvPr/>
              </p:nvSpPr>
              <p:spPr>
                <a:xfrm>
                  <a:off x="4403725" y="33797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" name="Google Shape;353;p43"/>
                <p:cNvSpPr/>
                <p:nvPr/>
              </p:nvSpPr>
              <p:spPr>
                <a:xfrm>
                  <a:off x="4568825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4" name="Google Shape;354;p43"/>
                <p:cNvSpPr/>
                <p:nvPr/>
              </p:nvSpPr>
              <p:spPr>
                <a:xfrm>
                  <a:off x="4737100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5" name="Google Shape;355;p43"/>
                <p:cNvSpPr/>
                <p:nvPr/>
              </p:nvSpPr>
              <p:spPr>
                <a:xfrm>
                  <a:off x="4403725" y="35321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6"/>
                      </a:lnTo>
                      <a:lnTo>
                        <a:pt x="44" y="54"/>
                      </a:lnTo>
                      <a:lnTo>
                        <a:pt x="48" y="50"/>
                      </a:lnTo>
                      <a:lnTo>
                        <a:pt x="52" y="46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26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6" name="Google Shape;356;p43"/>
                <p:cNvSpPr/>
                <p:nvPr/>
              </p:nvSpPr>
              <p:spPr>
                <a:xfrm>
                  <a:off x="4568825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7" name="Google Shape;357;p43"/>
                <p:cNvSpPr/>
                <p:nvPr/>
              </p:nvSpPr>
              <p:spPr>
                <a:xfrm>
                  <a:off x="4737100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8" name="Google Shape;358;p43"/>
                <p:cNvSpPr/>
                <p:nvPr/>
              </p:nvSpPr>
              <p:spPr>
                <a:xfrm>
                  <a:off x="4568825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9" name="Google Shape;359;p43"/>
                <p:cNvSpPr/>
                <p:nvPr/>
              </p:nvSpPr>
              <p:spPr>
                <a:xfrm>
                  <a:off x="4737100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0" name="Google Shape;360;p43"/>
                <p:cNvSpPr/>
                <p:nvPr/>
              </p:nvSpPr>
              <p:spPr>
                <a:xfrm>
                  <a:off x="4321175" y="2598738"/>
                  <a:ext cx="581025" cy="466725"/>
                </a:xfrm>
                <a:custGeom>
                  <a:rect b="b" l="l" r="r" t="t"/>
                  <a:pathLst>
                    <a:path extrusionOk="0" h="294" w="366">
                      <a:moveTo>
                        <a:pt x="0" y="70"/>
                      </a:moveTo>
                      <a:lnTo>
                        <a:pt x="0" y="294"/>
                      </a:lnTo>
                      <a:lnTo>
                        <a:pt x="292" y="294"/>
                      </a:lnTo>
                      <a:lnTo>
                        <a:pt x="306" y="294"/>
                      </a:lnTo>
                      <a:lnTo>
                        <a:pt x="316" y="292"/>
                      </a:lnTo>
                      <a:lnTo>
                        <a:pt x="326" y="290"/>
                      </a:lnTo>
                      <a:lnTo>
                        <a:pt x="334" y="286"/>
                      </a:lnTo>
                      <a:lnTo>
                        <a:pt x="348" y="276"/>
                      </a:lnTo>
                      <a:lnTo>
                        <a:pt x="356" y="264"/>
                      </a:lnTo>
                      <a:lnTo>
                        <a:pt x="362" y="254"/>
                      </a:lnTo>
                      <a:lnTo>
                        <a:pt x="364" y="244"/>
                      </a:lnTo>
                      <a:lnTo>
                        <a:pt x="366" y="234"/>
                      </a:lnTo>
                      <a:lnTo>
                        <a:pt x="366" y="0"/>
                      </a:lnTo>
                      <a:lnTo>
                        <a:pt x="72" y="0"/>
                      </a:lnTo>
                      <a:lnTo>
                        <a:pt x="0" y="70"/>
                      </a:lnTo>
                      <a:close/>
                      <a:moveTo>
                        <a:pt x="334" y="32"/>
                      </a:moveTo>
                      <a:lnTo>
                        <a:pt x="334" y="234"/>
                      </a:lnTo>
                      <a:lnTo>
                        <a:pt x="332" y="244"/>
                      </a:lnTo>
                      <a:lnTo>
                        <a:pt x="328" y="250"/>
                      </a:lnTo>
                      <a:lnTo>
                        <a:pt x="322" y="256"/>
                      </a:lnTo>
                      <a:lnTo>
                        <a:pt x="314" y="258"/>
                      </a:lnTo>
                      <a:lnTo>
                        <a:pt x="300" y="262"/>
                      </a:lnTo>
                      <a:lnTo>
                        <a:pt x="292" y="262"/>
                      </a:lnTo>
                      <a:lnTo>
                        <a:pt x="32" y="262"/>
                      </a:lnTo>
                      <a:lnTo>
                        <a:pt x="32" y="84"/>
                      </a:lnTo>
                      <a:lnTo>
                        <a:pt x="84" y="32"/>
                      </a:lnTo>
                      <a:lnTo>
                        <a:pt x="334" y="32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1" name="Google Shape;361;p43"/>
              <p:cNvGrpSpPr/>
              <p:nvPr/>
            </p:nvGrpSpPr>
            <p:grpSpPr>
              <a:xfrm>
                <a:off x="9160743" y="5507058"/>
                <a:ext cx="322056" cy="578623"/>
                <a:chOff x="4060825" y="2411413"/>
                <a:chExt cx="1098550" cy="1714500"/>
              </a:xfrm>
            </p:grpSpPr>
            <p:sp>
              <p:nvSpPr>
                <p:cNvPr id="362" name="Google Shape;362;p43"/>
                <p:cNvSpPr/>
                <p:nvPr/>
              </p:nvSpPr>
              <p:spPr>
                <a:xfrm>
                  <a:off x="4060825" y="2411413"/>
                  <a:ext cx="1098550" cy="1714500"/>
                </a:xfrm>
                <a:custGeom>
                  <a:rect b="b" l="l" r="r" t="t"/>
                  <a:pathLst>
                    <a:path extrusionOk="0" h="1080" w="692">
                      <a:moveTo>
                        <a:pt x="692" y="700"/>
                      </a:moveTo>
                      <a:lnTo>
                        <a:pt x="592" y="700"/>
                      </a:lnTo>
                      <a:lnTo>
                        <a:pt x="592" y="58"/>
                      </a:lnTo>
                      <a:lnTo>
                        <a:pt x="532" y="58"/>
                      </a:lnTo>
                      <a:lnTo>
                        <a:pt x="532" y="52"/>
                      </a:lnTo>
                      <a:lnTo>
                        <a:pt x="532" y="0"/>
                      </a:lnTo>
                      <a:lnTo>
                        <a:pt x="512" y="0"/>
                      </a:lnTo>
                      <a:lnTo>
                        <a:pt x="502" y="2"/>
                      </a:lnTo>
                      <a:lnTo>
                        <a:pt x="494" y="4"/>
                      </a:lnTo>
                      <a:lnTo>
                        <a:pt x="488" y="10"/>
                      </a:lnTo>
                      <a:lnTo>
                        <a:pt x="486" y="16"/>
                      </a:lnTo>
                      <a:lnTo>
                        <a:pt x="482" y="26"/>
                      </a:lnTo>
                      <a:lnTo>
                        <a:pt x="482" y="32"/>
                      </a:lnTo>
                      <a:lnTo>
                        <a:pt x="482" y="58"/>
                      </a:lnTo>
                      <a:lnTo>
                        <a:pt x="106" y="58"/>
                      </a:lnTo>
                      <a:lnTo>
                        <a:pt x="106" y="700"/>
                      </a:lnTo>
                      <a:lnTo>
                        <a:pt x="0" y="700"/>
                      </a:lnTo>
                      <a:lnTo>
                        <a:pt x="0" y="1080"/>
                      </a:lnTo>
                      <a:lnTo>
                        <a:pt x="676" y="1080"/>
                      </a:lnTo>
                      <a:lnTo>
                        <a:pt x="682" y="1080"/>
                      </a:lnTo>
                      <a:lnTo>
                        <a:pt x="688" y="1076"/>
                      </a:lnTo>
                      <a:lnTo>
                        <a:pt x="692" y="1070"/>
                      </a:lnTo>
                      <a:lnTo>
                        <a:pt x="692" y="1064"/>
                      </a:lnTo>
                      <a:lnTo>
                        <a:pt x="692" y="928"/>
                      </a:lnTo>
                      <a:lnTo>
                        <a:pt x="692" y="700"/>
                      </a:lnTo>
                      <a:close/>
                      <a:moveTo>
                        <a:pt x="138" y="732"/>
                      </a:moveTo>
                      <a:lnTo>
                        <a:pt x="138" y="700"/>
                      </a:lnTo>
                      <a:lnTo>
                        <a:pt x="138" y="90"/>
                      </a:lnTo>
                      <a:lnTo>
                        <a:pt x="560" y="90"/>
                      </a:lnTo>
                      <a:lnTo>
                        <a:pt x="560" y="700"/>
                      </a:lnTo>
                      <a:lnTo>
                        <a:pt x="560" y="732"/>
                      </a:lnTo>
                      <a:lnTo>
                        <a:pt x="560" y="920"/>
                      </a:lnTo>
                      <a:lnTo>
                        <a:pt x="138" y="920"/>
                      </a:lnTo>
                      <a:lnTo>
                        <a:pt x="138" y="732"/>
                      </a:lnTo>
                      <a:close/>
                      <a:moveTo>
                        <a:pt x="660" y="928"/>
                      </a:moveTo>
                      <a:lnTo>
                        <a:pt x="660" y="928"/>
                      </a:lnTo>
                      <a:lnTo>
                        <a:pt x="660" y="934"/>
                      </a:lnTo>
                      <a:lnTo>
                        <a:pt x="658" y="950"/>
                      </a:lnTo>
                      <a:lnTo>
                        <a:pt x="654" y="968"/>
                      </a:lnTo>
                      <a:lnTo>
                        <a:pt x="644" y="990"/>
                      </a:lnTo>
                      <a:lnTo>
                        <a:pt x="638" y="1002"/>
                      </a:lnTo>
                      <a:lnTo>
                        <a:pt x="630" y="1012"/>
                      </a:lnTo>
                      <a:lnTo>
                        <a:pt x="620" y="1022"/>
                      </a:lnTo>
                      <a:lnTo>
                        <a:pt x="610" y="1030"/>
                      </a:lnTo>
                      <a:lnTo>
                        <a:pt x="596" y="1038"/>
                      </a:lnTo>
                      <a:lnTo>
                        <a:pt x="580" y="1044"/>
                      </a:lnTo>
                      <a:lnTo>
                        <a:pt x="562" y="1048"/>
                      </a:lnTo>
                      <a:lnTo>
                        <a:pt x="540" y="1048"/>
                      </a:lnTo>
                      <a:lnTo>
                        <a:pt x="32" y="1048"/>
                      </a:lnTo>
                      <a:lnTo>
                        <a:pt x="32" y="732"/>
                      </a:lnTo>
                      <a:lnTo>
                        <a:pt x="106" y="732"/>
                      </a:lnTo>
                      <a:lnTo>
                        <a:pt x="106" y="952"/>
                      </a:lnTo>
                      <a:lnTo>
                        <a:pt x="592" y="952"/>
                      </a:lnTo>
                      <a:lnTo>
                        <a:pt x="592" y="732"/>
                      </a:lnTo>
                      <a:lnTo>
                        <a:pt x="660" y="732"/>
                      </a:lnTo>
                      <a:lnTo>
                        <a:pt x="660" y="928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43"/>
                <p:cNvSpPr/>
                <p:nvPr/>
              </p:nvSpPr>
              <p:spPr>
                <a:xfrm>
                  <a:off x="4403725" y="3227388"/>
                  <a:ext cx="85725" cy="85725"/>
                </a:xfrm>
                <a:custGeom>
                  <a:rect b="b" l="l" r="r" t="t"/>
                  <a:pathLst>
                    <a:path extrusionOk="0" h="54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6" y="54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6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43"/>
                <p:cNvSpPr/>
                <p:nvPr/>
              </p:nvSpPr>
              <p:spPr>
                <a:xfrm>
                  <a:off x="4403725" y="33797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4"/>
                      </a:lnTo>
                      <a:lnTo>
                        <a:pt x="44" y="52"/>
                      </a:lnTo>
                      <a:lnTo>
                        <a:pt x="48" y="48"/>
                      </a:lnTo>
                      <a:lnTo>
                        <a:pt x="52" y="44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43"/>
                <p:cNvSpPr/>
                <p:nvPr/>
              </p:nvSpPr>
              <p:spPr>
                <a:xfrm>
                  <a:off x="4568825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43"/>
                <p:cNvSpPr/>
                <p:nvPr/>
              </p:nvSpPr>
              <p:spPr>
                <a:xfrm>
                  <a:off x="4737100" y="33797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38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43"/>
                <p:cNvSpPr/>
                <p:nvPr/>
              </p:nvSpPr>
              <p:spPr>
                <a:xfrm>
                  <a:off x="4403725" y="3532188"/>
                  <a:ext cx="85725" cy="88900"/>
                </a:xfrm>
                <a:custGeom>
                  <a:rect b="b" l="l" r="r" t="t"/>
                  <a:pathLst>
                    <a:path extrusionOk="0" h="56" w="54">
                      <a:moveTo>
                        <a:pt x="26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6" y="56"/>
                      </a:lnTo>
                      <a:lnTo>
                        <a:pt x="36" y="56"/>
                      </a:lnTo>
                      <a:lnTo>
                        <a:pt x="44" y="54"/>
                      </a:lnTo>
                      <a:lnTo>
                        <a:pt x="48" y="50"/>
                      </a:lnTo>
                      <a:lnTo>
                        <a:pt x="52" y="46"/>
                      </a:lnTo>
                      <a:lnTo>
                        <a:pt x="54" y="38"/>
                      </a:lnTo>
                      <a:lnTo>
                        <a:pt x="54" y="34"/>
                      </a:lnTo>
                      <a:lnTo>
                        <a:pt x="54" y="26"/>
                      </a:lnTo>
                      <a:lnTo>
                        <a:pt x="54" y="0"/>
                      </a:lnTo>
                      <a:lnTo>
                        <a:pt x="32" y="0"/>
                      </a:lnTo>
                      <a:lnTo>
                        <a:pt x="26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43"/>
                <p:cNvSpPr/>
                <p:nvPr/>
              </p:nvSpPr>
              <p:spPr>
                <a:xfrm>
                  <a:off x="4568825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43"/>
                <p:cNvSpPr/>
                <p:nvPr/>
              </p:nvSpPr>
              <p:spPr>
                <a:xfrm>
                  <a:off x="4737100" y="3532188"/>
                  <a:ext cx="88900" cy="88900"/>
                </a:xfrm>
                <a:custGeom>
                  <a:rect b="b" l="l" r="r" t="t"/>
                  <a:pathLst>
                    <a:path extrusionOk="0" h="56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2"/>
                      </a:lnTo>
                      <a:lnTo>
                        <a:pt x="0" y="26"/>
                      </a:lnTo>
                      <a:lnTo>
                        <a:pt x="0" y="40"/>
                      </a:lnTo>
                      <a:lnTo>
                        <a:pt x="0" y="56"/>
                      </a:lnTo>
                      <a:lnTo>
                        <a:pt x="28" y="56"/>
                      </a:lnTo>
                      <a:lnTo>
                        <a:pt x="38" y="56"/>
                      </a:lnTo>
                      <a:lnTo>
                        <a:pt x="44" y="54"/>
                      </a:lnTo>
                      <a:lnTo>
                        <a:pt x="50" y="50"/>
                      </a:lnTo>
                      <a:lnTo>
                        <a:pt x="52" y="46"/>
                      </a:lnTo>
                      <a:lnTo>
                        <a:pt x="56" y="38"/>
                      </a:lnTo>
                      <a:lnTo>
                        <a:pt x="56" y="34"/>
                      </a:lnTo>
                      <a:lnTo>
                        <a:pt x="56" y="26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43"/>
                <p:cNvSpPr/>
                <p:nvPr/>
              </p:nvSpPr>
              <p:spPr>
                <a:xfrm>
                  <a:off x="4568825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1" name="Google Shape;371;p43"/>
                <p:cNvSpPr/>
                <p:nvPr/>
              </p:nvSpPr>
              <p:spPr>
                <a:xfrm>
                  <a:off x="4737100" y="3227388"/>
                  <a:ext cx="88900" cy="85725"/>
                </a:xfrm>
                <a:custGeom>
                  <a:rect b="b" l="l" r="r" t="t"/>
                  <a:pathLst>
                    <a:path extrusionOk="0" h="54" w="56">
                      <a:moveTo>
                        <a:pt x="28" y="0"/>
                      </a:moveTo>
                      <a:lnTo>
                        <a:pt x="0" y="0"/>
                      </a:lnTo>
                      <a:lnTo>
                        <a:pt x="0" y="20"/>
                      </a:lnTo>
                      <a:lnTo>
                        <a:pt x="0" y="38"/>
                      </a:lnTo>
                      <a:lnTo>
                        <a:pt x="0" y="54"/>
                      </a:lnTo>
                      <a:lnTo>
                        <a:pt x="28" y="54"/>
                      </a:lnTo>
                      <a:lnTo>
                        <a:pt x="38" y="54"/>
                      </a:lnTo>
                      <a:lnTo>
                        <a:pt x="44" y="52"/>
                      </a:lnTo>
                      <a:lnTo>
                        <a:pt x="50" y="48"/>
                      </a:lnTo>
                      <a:lnTo>
                        <a:pt x="52" y="44"/>
                      </a:lnTo>
                      <a:lnTo>
                        <a:pt x="56" y="36"/>
                      </a:lnTo>
                      <a:lnTo>
                        <a:pt x="56" y="34"/>
                      </a:lnTo>
                      <a:lnTo>
                        <a:pt x="56" y="0"/>
                      </a:lnTo>
                      <a:lnTo>
                        <a:pt x="34" y="0"/>
                      </a:lnTo>
                      <a:lnTo>
                        <a:pt x="28" y="0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2" name="Google Shape;372;p43"/>
                <p:cNvSpPr/>
                <p:nvPr/>
              </p:nvSpPr>
              <p:spPr>
                <a:xfrm>
                  <a:off x="4321175" y="2598738"/>
                  <a:ext cx="581025" cy="466725"/>
                </a:xfrm>
                <a:custGeom>
                  <a:rect b="b" l="l" r="r" t="t"/>
                  <a:pathLst>
                    <a:path extrusionOk="0" h="294" w="366">
                      <a:moveTo>
                        <a:pt x="0" y="70"/>
                      </a:moveTo>
                      <a:lnTo>
                        <a:pt x="0" y="294"/>
                      </a:lnTo>
                      <a:lnTo>
                        <a:pt x="292" y="294"/>
                      </a:lnTo>
                      <a:lnTo>
                        <a:pt x="306" y="294"/>
                      </a:lnTo>
                      <a:lnTo>
                        <a:pt x="316" y="292"/>
                      </a:lnTo>
                      <a:lnTo>
                        <a:pt x="326" y="290"/>
                      </a:lnTo>
                      <a:lnTo>
                        <a:pt x="334" y="286"/>
                      </a:lnTo>
                      <a:lnTo>
                        <a:pt x="348" y="276"/>
                      </a:lnTo>
                      <a:lnTo>
                        <a:pt x="356" y="264"/>
                      </a:lnTo>
                      <a:lnTo>
                        <a:pt x="362" y="254"/>
                      </a:lnTo>
                      <a:lnTo>
                        <a:pt x="364" y="244"/>
                      </a:lnTo>
                      <a:lnTo>
                        <a:pt x="366" y="234"/>
                      </a:lnTo>
                      <a:lnTo>
                        <a:pt x="366" y="0"/>
                      </a:lnTo>
                      <a:lnTo>
                        <a:pt x="72" y="0"/>
                      </a:lnTo>
                      <a:lnTo>
                        <a:pt x="0" y="70"/>
                      </a:lnTo>
                      <a:close/>
                      <a:moveTo>
                        <a:pt x="334" y="32"/>
                      </a:moveTo>
                      <a:lnTo>
                        <a:pt x="334" y="234"/>
                      </a:lnTo>
                      <a:lnTo>
                        <a:pt x="332" y="244"/>
                      </a:lnTo>
                      <a:lnTo>
                        <a:pt x="328" y="250"/>
                      </a:lnTo>
                      <a:lnTo>
                        <a:pt x="322" y="256"/>
                      </a:lnTo>
                      <a:lnTo>
                        <a:pt x="314" y="258"/>
                      </a:lnTo>
                      <a:lnTo>
                        <a:pt x="300" y="262"/>
                      </a:lnTo>
                      <a:lnTo>
                        <a:pt x="292" y="262"/>
                      </a:lnTo>
                      <a:lnTo>
                        <a:pt x="32" y="262"/>
                      </a:lnTo>
                      <a:lnTo>
                        <a:pt x="32" y="84"/>
                      </a:lnTo>
                      <a:lnTo>
                        <a:pt x="84" y="32"/>
                      </a:lnTo>
                      <a:lnTo>
                        <a:pt x="334" y="32"/>
                      </a:lnTo>
                      <a:close/>
                    </a:path>
                  </a:pathLst>
                </a:custGeom>
                <a:solidFill>
                  <a:srgbClr val="0C0C0C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0" i="0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cxnSp>
          <p:nvCxnSpPr>
            <p:cNvPr id="373" name="Google Shape;373;p43"/>
            <p:cNvCxnSpPr/>
            <p:nvPr/>
          </p:nvCxnSpPr>
          <p:spPr>
            <a:xfrm>
              <a:off x="7605946" y="5003421"/>
              <a:ext cx="835978" cy="216727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rgbClr val="F2F2F2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sp>
          <p:nvSpPr>
            <p:cNvPr id="374" name="Google Shape;374;p43"/>
            <p:cNvSpPr/>
            <p:nvPr/>
          </p:nvSpPr>
          <p:spPr>
            <a:xfrm>
              <a:off x="8426435" y="3707220"/>
              <a:ext cx="585991" cy="520442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5" name="Google Shape;375;p43"/>
            <p:cNvSpPr/>
            <p:nvPr/>
          </p:nvSpPr>
          <p:spPr>
            <a:xfrm>
              <a:off x="8426435" y="4231292"/>
              <a:ext cx="585991" cy="630768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376" name="Google Shape;376;p43"/>
            <p:cNvSpPr txBox="1"/>
            <p:nvPr/>
          </p:nvSpPr>
          <p:spPr>
            <a:xfrm>
              <a:off x="4555046" y="5292936"/>
              <a:ext cx="97980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Alarm Messaging Server</a:t>
              </a:r>
              <a:endParaRPr/>
            </a:p>
          </p:txBody>
        </p:sp>
        <p:sp>
          <p:nvSpPr>
            <p:cNvPr id="377" name="Google Shape;377;p43"/>
            <p:cNvSpPr txBox="1"/>
            <p:nvPr/>
          </p:nvSpPr>
          <p:spPr>
            <a:xfrm>
              <a:off x="6072196" y="5239668"/>
              <a:ext cx="1323437" cy="2616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iPECS UCP/eMG</a:t>
              </a:r>
              <a:endParaRPr/>
            </a:p>
          </p:txBody>
        </p:sp>
        <p:cxnSp>
          <p:nvCxnSpPr>
            <p:cNvPr id="378" name="Google Shape;378;p43"/>
            <p:cNvCxnSpPr/>
            <p:nvPr/>
          </p:nvCxnSpPr>
          <p:spPr>
            <a:xfrm flipH="1" rot="10800000">
              <a:off x="6986463" y="4234414"/>
              <a:ext cx="279943" cy="57188"/>
            </a:xfrm>
            <a:prstGeom prst="curvedConnector3">
              <a:avLst>
                <a:gd fmla="val 50000" name="adj1"/>
              </a:avLst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med" w="med" type="stealth"/>
              <a:tailEnd len="med" w="med" type="stealth"/>
            </a:ln>
          </p:spPr>
        </p:cxnSp>
        <p:sp>
          <p:nvSpPr>
            <p:cNvPr id="379" name="Google Shape;379;p43"/>
            <p:cNvSpPr txBox="1"/>
            <p:nvPr/>
          </p:nvSpPr>
          <p:spPr>
            <a:xfrm>
              <a:off x="6934563" y="4353738"/>
              <a:ext cx="97980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8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GDC-600BE</a:t>
              </a:r>
              <a:endParaRPr/>
            </a:p>
          </p:txBody>
        </p:sp>
        <p:sp>
          <p:nvSpPr>
            <p:cNvPr id="380" name="Google Shape;380;p43"/>
            <p:cNvSpPr txBox="1"/>
            <p:nvPr/>
          </p:nvSpPr>
          <p:spPr>
            <a:xfrm>
              <a:off x="8940225" y="4396376"/>
              <a:ext cx="9798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GDC-500H</a:t>
              </a:r>
              <a:endParaRPr/>
            </a:p>
          </p:txBody>
        </p:sp>
        <p:sp>
          <p:nvSpPr>
            <p:cNvPr id="381" name="Google Shape;381;p43"/>
            <p:cNvSpPr txBox="1"/>
            <p:nvPr/>
          </p:nvSpPr>
          <p:spPr>
            <a:xfrm>
              <a:off x="3155330" y="5486804"/>
              <a:ext cx="101771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Nurse call</a:t>
              </a:r>
              <a:endParaRPr/>
            </a:p>
          </p:txBody>
        </p:sp>
        <p:sp>
          <p:nvSpPr>
            <p:cNvPr id="382" name="Google Shape;382;p43"/>
            <p:cNvSpPr txBox="1"/>
            <p:nvPr/>
          </p:nvSpPr>
          <p:spPr>
            <a:xfrm>
              <a:off x="5366560" y="4446083"/>
              <a:ext cx="1052826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SIP Based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Protocol</a:t>
              </a:r>
              <a:endParaRPr/>
            </a:p>
          </p:txBody>
        </p:sp>
        <p:sp>
          <p:nvSpPr>
            <p:cNvPr id="383" name="Google Shape;383;p43"/>
            <p:cNvSpPr/>
            <p:nvPr/>
          </p:nvSpPr>
          <p:spPr>
            <a:xfrm>
              <a:off x="4314721" y="4812150"/>
              <a:ext cx="3986348" cy="267519"/>
            </a:xfrm>
            <a:prstGeom prst="rightArrow">
              <a:avLst>
                <a:gd fmla="val 50000" name="adj1"/>
                <a:gd fmla="val 50000" name="adj2"/>
              </a:avLst>
            </a:prstGeom>
            <a:blipFill rotWithShape="1">
              <a:blip r:embed="rId6">
                <a:alphaModFix amt="58999"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pic>
          <p:nvPicPr>
            <p:cNvPr descr="http://emergency.tcnj.edu/files/2011/02/U094-Text-Message-Icon.web_.gif" id="384" name="Google Shape;384;p4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866456" y="3433113"/>
              <a:ext cx="623339" cy="62653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85" name="Google Shape;385;p43"/>
            <p:cNvGrpSpPr/>
            <p:nvPr/>
          </p:nvGrpSpPr>
          <p:grpSpPr>
            <a:xfrm>
              <a:off x="6502438" y="4733888"/>
              <a:ext cx="468944" cy="442410"/>
              <a:chOff x="2615580" y="332656"/>
              <a:chExt cx="1727200" cy="1692275"/>
            </a:xfrm>
          </p:grpSpPr>
          <p:sp>
            <p:nvSpPr>
              <p:cNvPr id="386" name="Google Shape;386;p43"/>
              <p:cNvSpPr/>
              <p:nvPr/>
            </p:nvSpPr>
            <p:spPr>
              <a:xfrm>
                <a:off x="3215655" y="1380406"/>
                <a:ext cx="50800" cy="336550"/>
              </a:xfrm>
              <a:custGeom>
                <a:rect b="b" l="l" r="r" t="t"/>
                <a:pathLst>
                  <a:path extrusionOk="0" h="212" w="32">
                    <a:moveTo>
                      <a:pt x="0" y="212"/>
                    </a:moveTo>
                    <a:lnTo>
                      <a:pt x="8" y="212"/>
                    </a:lnTo>
                    <a:lnTo>
                      <a:pt x="12" y="210"/>
                    </a:lnTo>
                    <a:lnTo>
                      <a:pt x="20" y="206"/>
                    </a:lnTo>
                    <a:lnTo>
                      <a:pt x="24" y="202"/>
                    </a:lnTo>
                    <a:lnTo>
                      <a:pt x="28" y="196"/>
                    </a:lnTo>
                    <a:lnTo>
                      <a:pt x="30" y="186"/>
                    </a:lnTo>
                    <a:lnTo>
                      <a:pt x="32" y="176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43"/>
              <p:cNvSpPr/>
              <p:nvPr/>
            </p:nvSpPr>
            <p:spPr>
              <a:xfrm>
                <a:off x="3260105" y="767631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43"/>
              <p:cNvSpPr/>
              <p:nvPr/>
            </p:nvSpPr>
            <p:spPr>
              <a:xfrm>
                <a:off x="3161680" y="767631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" name="Google Shape;389;p43"/>
              <p:cNvSpPr/>
              <p:nvPr/>
            </p:nvSpPr>
            <p:spPr>
              <a:xfrm>
                <a:off x="3260105" y="650156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" name="Google Shape;390;p43"/>
              <p:cNvSpPr/>
              <p:nvPr/>
            </p:nvSpPr>
            <p:spPr>
              <a:xfrm>
                <a:off x="3161680" y="650156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" name="Google Shape;391;p43"/>
              <p:cNvSpPr/>
              <p:nvPr/>
            </p:nvSpPr>
            <p:spPr>
              <a:xfrm>
                <a:off x="3260105" y="532681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2" name="Google Shape;392;p43"/>
              <p:cNvSpPr/>
              <p:nvPr/>
            </p:nvSpPr>
            <p:spPr>
              <a:xfrm>
                <a:off x="3161680" y="532681"/>
                <a:ext cx="57150" cy="50800"/>
              </a:xfrm>
              <a:custGeom>
                <a:rect b="b" l="l" r="r" t="t"/>
                <a:pathLst>
                  <a:path extrusionOk="0" h="32" w="36">
                    <a:moveTo>
                      <a:pt x="4" y="32"/>
                    </a:moveTo>
                    <a:lnTo>
                      <a:pt x="4" y="32"/>
                    </a:lnTo>
                    <a:lnTo>
                      <a:pt x="14" y="30"/>
                    </a:lnTo>
                    <a:lnTo>
                      <a:pt x="22" y="28"/>
                    </a:lnTo>
                    <a:lnTo>
                      <a:pt x="28" y="24"/>
                    </a:lnTo>
                    <a:lnTo>
                      <a:pt x="32" y="20"/>
                    </a:lnTo>
                    <a:lnTo>
                      <a:pt x="36" y="12"/>
                    </a:lnTo>
                    <a:lnTo>
                      <a:pt x="36" y="8"/>
                    </a:lnTo>
                    <a:lnTo>
                      <a:pt x="36" y="0"/>
                    </a:lnTo>
                    <a:lnTo>
                      <a:pt x="34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4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3" name="Google Shape;393;p43"/>
              <p:cNvSpPr/>
              <p:nvPr/>
            </p:nvSpPr>
            <p:spPr>
              <a:xfrm>
                <a:off x="3691905" y="1380406"/>
                <a:ext cx="50800" cy="336550"/>
              </a:xfrm>
              <a:custGeom>
                <a:rect b="b" l="l" r="r" t="t"/>
                <a:pathLst>
                  <a:path extrusionOk="0" h="212" w="32">
                    <a:moveTo>
                      <a:pt x="0" y="212"/>
                    </a:moveTo>
                    <a:lnTo>
                      <a:pt x="8" y="212"/>
                    </a:lnTo>
                    <a:lnTo>
                      <a:pt x="12" y="210"/>
                    </a:lnTo>
                    <a:lnTo>
                      <a:pt x="20" y="206"/>
                    </a:lnTo>
                    <a:lnTo>
                      <a:pt x="24" y="202"/>
                    </a:lnTo>
                    <a:lnTo>
                      <a:pt x="28" y="196"/>
                    </a:lnTo>
                    <a:lnTo>
                      <a:pt x="32" y="186"/>
                    </a:lnTo>
                    <a:lnTo>
                      <a:pt x="32" y="176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21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" name="Google Shape;394;p43"/>
              <p:cNvSpPr/>
              <p:nvPr/>
            </p:nvSpPr>
            <p:spPr>
              <a:xfrm>
                <a:off x="3739530" y="767631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" name="Google Shape;395;p43"/>
              <p:cNvSpPr/>
              <p:nvPr/>
            </p:nvSpPr>
            <p:spPr>
              <a:xfrm>
                <a:off x="3641105" y="767631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" name="Google Shape;396;p43"/>
              <p:cNvSpPr/>
              <p:nvPr/>
            </p:nvSpPr>
            <p:spPr>
              <a:xfrm>
                <a:off x="3739530" y="650156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7" name="Google Shape;397;p43"/>
              <p:cNvSpPr/>
              <p:nvPr/>
            </p:nvSpPr>
            <p:spPr>
              <a:xfrm>
                <a:off x="3641105" y="650156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8" name="Google Shape;398;p43"/>
              <p:cNvSpPr/>
              <p:nvPr/>
            </p:nvSpPr>
            <p:spPr>
              <a:xfrm>
                <a:off x="3739530" y="532681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43"/>
              <p:cNvSpPr/>
              <p:nvPr/>
            </p:nvSpPr>
            <p:spPr>
              <a:xfrm>
                <a:off x="3641105" y="532681"/>
                <a:ext cx="53975" cy="50800"/>
              </a:xfrm>
              <a:custGeom>
                <a:rect b="b" l="l" r="r" t="t"/>
                <a:pathLst>
                  <a:path extrusionOk="0" h="32" w="34">
                    <a:moveTo>
                      <a:pt x="2" y="32"/>
                    </a:moveTo>
                    <a:lnTo>
                      <a:pt x="2" y="32"/>
                    </a:lnTo>
                    <a:lnTo>
                      <a:pt x="12" y="30"/>
                    </a:lnTo>
                    <a:lnTo>
                      <a:pt x="20" y="28"/>
                    </a:lnTo>
                    <a:lnTo>
                      <a:pt x="26" y="24"/>
                    </a:lnTo>
                    <a:lnTo>
                      <a:pt x="30" y="20"/>
                    </a:lnTo>
                    <a:lnTo>
                      <a:pt x="34" y="12"/>
                    </a:lnTo>
                    <a:lnTo>
                      <a:pt x="34" y="8"/>
                    </a:lnTo>
                    <a:lnTo>
                      <a:pt x="34" y="0"/>
                    </a:lnTo>
                    <a:lnTo>
                      <a:pt x="32" y="0"/>
                    </a:lnTo>
                    <a:lnTo>
                      <a:pt x="0" y="0"/>
                    </a:lnTo>
                    <a:lnTo>
                      <a:pt x="0" y="32"/>
                    </a:lnTo>
                    <a:lnTo>
                      <a:pt x="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0" name="Google Shape;400;p43"/>
              <p:cNvSpPr/>
              <p:nvPr/>
            </p:nvSpPr>
            <p:spPr>
              <a:xfrm>
                <a:off x="2615580" y="1094656"/>
                <a:ext cx="374650" cy="930275"/>
              </a:xfrm>
              <a:custGeom>
                <a:rect b="b" l="l" r="r" t="t"/>
                <a:pathLst>
                  <a:path extrusionOk="0" h="586" w="236">
                    <a:moveTo>
                      <a:pt x="204" y="0"/>
                    </a:moveTo>
                    <a:lnTo>
                      <a:pt x="196" y="0"/>
                    </a:lnTo>
                    <a:lnTo>
                      <a:pt x="184" y="2"/>
                    </a:lnTo>
                    <a:lnTo>
                      <a:pt x="176" y="8"/>
                    </a:lnTo>
                    <a:lnTo>
                      <a:pt x="170" y="16"/>
                    </a:lnTo>
                    <a:lnTo>
                      <a:pt x="166" y="26"/>
                    </a:lnTo>
                    <a:lnTo>
                      <a:pt x="158" y="66"/>
                    </a:lnTo>
                    <a:lnTo>
                      <a:pt x="150" y="106"/>
                    </a:lnTo>
                    <a:lnTo>
                      <a:pt x="138" y="144"/>
                    </a:lnTo>
                    <a:lnTo>
                      <a:pt x="126" y="180"/>
                    </a:lnTo>
                    <a:lnTo>
                      <a:pt x="102" y="250"/>
                    </a:lnTo>
                    <a:lnTo>
                      <a:pt x="76" y="310"/>
                    </a:lnTo>
                    <a:lnTo>
                      <a:pt x="52" y="358"/>
                    </a:lnTo>
                    <a:lnTo>
                      <a:pt x="32" y="396"/>
                    </a:lnTo>
                    <a:lnTo>
                      <a:pt x="14" y="430"/>
                    </a:lnTo>
                    <a:lnTo>
                      <a:pt x="12" y="432"/>
                    </a:lnTo>
                    <a:lnTo>
                      <a:pt x="6" y="444"/>
                    </a:lnTo>
                    <a:lnTo>
                      <a:pt x="2" y="456"/>
                    </a:lnTo>
                    <a:lnTo>
                      <a:pt x="0" y="472"/>
                    </a:lnTo>
                    <a:lnTo>
                      <a:pt x="0" y="534"/>
                    </a:lnTo>
                    <a:lnTo>
                      <a:pt x="2" y="542"/>
                    </a:lnTo>
                    <a:lnTo>
                      <a:pt x="4" y="550"/>
                    </a:lnTo>
                    <a:lnTo>
                      <a:pt x="8" y="558"/>
                    </a:lnTo>
                    <a:lnTo>
                      <a:pt x="14" y="566"/>
                    </a:lnTo>
                    <a:lnTo>
                      <a:pt x="24" y="574"/>
                    </a:lnTo>
                    <a:lnTo>
                      <a:pt x="34" y="580"/>
                    </a:lnTo>
                    <a:lnTo>
                      <a:pt x="48" y="584"/>
                    </a:lnTo>
                    <a:lnTo>
                      <a:pt x="64" y="586"/>
                    </a:lnTo>
                    <a:lnTo>
                      <a:pt x="204" y="586"/>
                    </a:lnTo>
                    <a:lnTo>
                      <a:pt x="216" y="586"/>
                    </a:lnTo>
                    <a:lnTo>
                      <a:pt x="236" y="586"/>
                    </a:lnTo>
                    <a:lnTo>
                      <a:pt x="236" y="46"/>
                    </a:lnTo>
                    <a:lnTo>
                      <a:pt x="204" y="46"/>
                    </a:lnTo>
                    <a:lnTo>
                      <a:pt x="204" y="0"/>
                    </a:lnTo>
                    <a:close/>
                    <a:moveTo>
                      <a:pt x="204" y="554"/>
                    </a:moveTo>
                    <a:lnTo>
                      <a:pt x="64" y="554"/>
                    </a:lnTo>
                    <a:lnTo>
                      <a:pt x="54" y="552"/>
                    </a:lnTo>
                    <a:lnTo>
                      <a:pt x="48" y="550"/>
                    </a:lnTo>
                    <a:lnTo>
                      <a:pt x="42" y="548"/>
                    </a:lnTo>
                    <a:lnTo>
                      <a:pt x="38" y="544"/>
                    </a:lnTo>
                    <a:lnTo>
                      <a:pt x="34" y="538"/>
                    </a:lnTo>
                    <a:lnTo>
                      <a:pt x="32" y="532"/>
                    </a:lnTo>
                    <a:lnTo>
                      <a:pt x="32" y="472"/>
                    </a:lnTo>
                    <a:lnTo>
                      <a:pt x="34" y="464"/>
                    </a:lnTo>
                    <a:lnTo>
                      <a:pt x="36" y="458"/>
                    </a:lnTo>
                    <a:lnTo>
                      <a:pt x="40" y="448"/>
                    </a:lnTo>
                    <a:lnTo>
                      <a:pt x="60" y="414"/>
                    </a:lnTo>
                    <a:lnTo>
                      <a:pt x="78" y="380"/>
                    </a:lnTo>
                    <a:lnTo>
                      <a:pt x="100" y="334"/>
                    </a:lnTo>
                    <a:lnTo>
                      <a:pt x="122" y="282"/>
                    </a:lnTo>
                    <a:lnTo>
                      <a:pt x="146" y="220"/>
                    </a:lnTo>
                    <a:lnTo>
                      <a:pt x="168" y="152"/>
                    </a:lnTo>
                    <a:lnTo>
                      <a:pt x="188" y="80"/>
                    </a:lnTo>
                    <a:lnTo>
                      <a:pt x="204" y="80"/>
                    </a:lnTo>
                    <a:lnTo>
                      <a:pt x="204" y="554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" name="Google Shape;401;p43"/>
              <p:cNvSpPr/>
              <p:nvPr/>
            </p:nvSpPr>
            <p:spPr>
              <a:xfrm>
                <a:off x="3968130" y="1094656"/>
                <a:ext cx="374650" cy="930275"/>
              </a:xfrm>
              <a:custGeom>
                <a:rect b="b" l="l" r="r" t="t"/>
                <a:pathLst>
                  <a:path extrusionOk="0" h="586" w="236">
                    <a:moveTo>
                      <a:pt x="236" y="472"/>
                    </a:moveTo>
                    <a:lnTo>
                      <a:pt x="236" y="472"/>
                    </a:lnTo>
                    <a:lnTo>
                      <a:pt x="234" y="456"/>
                    </a:lnTo>
                    <a:lnTo>
                      <a:pt x="230" y="444"/>
                    </a:lnTo>
                    <a:lnTo>
                      <a:pt x="222" y="432"/>
                    </a:lnTo>
                    <a:lnTo>
                      <a:pt x="222" y="430"/>
                    </a:lnTo>
                    <a:lnTo>
                      <a:pt x="202" y="396"/>
                    </a:lnTo>
                    <a:lnTo>
                      <a:pt x="182" y="358"/>
                    </a:lnTo>
                    <a:lnTo>
                      <a:pt x="160" y="310"/>
                    </a:lnTo>
                    <a:lnTo>
                      <a:pt x="134" y="250"/>
                    </a:lnTo>
                    <a:lnTo>
                      <a:pt x="108" y="180"/>
                    </a:lnTo>
                    <a:lnTo>
                      <a:pt x="96" y="144"/>
                    </a:lnTo>
                    <a:lnTo>
                      <a:pt x="86" y="106"/>
                    </a:lnTo>
                    <a:lnTo>
                      <a:pt x="78" y="66"/>
                    </a:lnTo>
                    <a:lnTo>
                      <a:pt x="70" y="26"/>
                    </a:lnTo>
                    <a:lnTo>
                      <a:pt x="66" y="16"/>
                    </a:lnTo>
                    <a:lnTo>
                      <a:pt x="60" y="8"/>
                    </a:lnTo>
                    <a:lnTo>
                      <a:pt x="52" y="2"/>
                    </a:lnTo>
                    <a:lnTo>
                      <a:pt x="40" y="0"/>
                    </a:lnTo>
                    <a:lnTo>
                      <a:pt x="32" y="0"/>
                    </a:lnTo>
                    <a:lnTo>
                      <a:pt x="32" y="46"/>
                    </a:lnTo>
                    <a:lnTo>
                      <a:pt x="0" y="46"/>
                    </a:lnTo>
                    <a:lnTo>
                      <a:pt x="0" y="586"/>
                    </a:lnTo>
                    <a:lnTo>
                      <a:pt x="20" y="586"/>
                    </a:lnTo>
                    <a:lnTo>
                      <a:pt x="32" y="586"/>
                    </a:lnTo>
                    <a:lnTo>
                      <a:pt x="172" y="586"/>
                    </a:lnTo>
                    <a:lnTo>
                      <a:pt x="188" y="584"/>
                    </a:lnTo>
                    <a:lnTo>
                      <a:pt x="202" y="580"/>
                    </a:lnTo>
                    <a:lnTo>
                      <a:pt x="212" y="574"/>
                    </a:lnTo>
                    <a:lnTo>
                      <a:pt x="220" y="566"/>
                    </a:lnTo>
                    <a:lnTo>
                      <a:pt x="228" y="558"/>
                    </a:lnTo>
                    <a:lnTo>
                      <a:pt x="232" y="550"/>
                    </a:lnTo>
                    <a:lnTo>
                      <a:pt x="234" y="542"/>
                    </a:lnTo>
                    <a:lnTo>
                      <a:pt x="236" y="534"/>
                    </a:lnTo>
                    <a:lnTo>
                      <a:pt x="236" y="472"/>
                    </a:lnTo>
                    <a:close/>
                    <a:moveTo>
                      <a:pt x="172" y="554"/>
                    </a:moveTo>
                    <a:lnTo>
                      <a:pt x="32" y="554"/>
                    </a:lnTo>
                    <a:lnTo>
                      <a:pt x="32" y="80"/>
                    </a:lnTo>
                    <a:lnTo>
                      <a:pt x="48" y="80"/>
                    </a:lnTo>
                    <a:lnTo>
                      <a:pt x="68" y="152"/>
                    </a:lnTo>
                    <a:lnTo>
                      <a:pt x="90" y="220"/>
                    </a:lnTo>
                    <a:lnTo>
                      <a:pt x="112" y="282"/>
                    </a:lnTo>
                    <a:lnTo>
                      <a:pt x="136" y="334"/>
                    </a:lnTo>
                    <a:lnTo>
                      <a:pt x="158" y="380"/>
                    </a:lnTo>
                    <a:lnTo>
                      <a:pt x="176" y="414"/>
                    </a:lnTo>
                    <a:lnTo>
                      <a:pt x="196" y="448"/>
                    </a:lnTo>
                    <a:lnTo>
                      <a:pt x="200" y="458"/>
                    </a:lnTo>
                    <a:lnTo>
                      <a:pt x="202" y="464"/>
                    </a:lnTo>
                    <a:lnTo>
                      <a:pt x="204" y="472"/>
                    </a:lnTo>
                    <a:lnTo>
                      <a:pt x="204" y="532"/>
                    </a:lnTo>
                    <a:lnTo>
                      <a:pt x="202" y="538"/>
                    </a:lnTo>
                    <a:lnTo>
                      <a:pt x="198" y="544"/>
                    </a:lnTo>
                    <a:lnTo>
                      <a:pt x="194" y="548"/>
                    </a:lnTo>
                    <a:lnTo>
                      <a:pt x="188" y="550"/>
                    </a:lnTo>
                    <a:lnTo>
                      <a:pt x="180" y="552"/>
                    </a:lnTo>
                    <a:lnTo>
                      <a:pt x="172" y="554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43"/>
              <p:cNvSpPr/>
              <p:nvPr/>
            </p:nvSpPr>
            <p:spPr>
              <a:xfrm>
                <a:off x="3015630" y="332656"/>
                <a:ext cx="450850" cy="1692275"/>
              </a:xfrm>
              <a:custGeom>
                <a:rect b="b" l="l" r="r" t="t"/>
                <a:pathLst>
                  <a:path extrusionOk="0" h="1066" w="284">
                    <a:moveTo>
                      <a:pt x="0" y="70"/>
                    </a:moveTo>
                    <a:lnTo>
                      <a:pt x="0" y="1066"/>
                    </a:lnTo>
                    <a:lnTo>
                      <a:pt x="268" y="1066"/>
                    </a:lnTo>
                    <a:lnTo>
                      <a:pt x="274" y="1064"/>
                    </a:lnTo>
                    <a:lnTo>
                      <a:pt x="280" y="1060"/>
                    </a:lnTo>
                    <a:lnTo>
                      <a:pt x="282" y="1056"/>
                    </a:lnTo>
                    <a:lnTo>
                      <a:pt x="284" y="1048"/>
                    </a:lnTo>
                    <a:lnTo>
                      <a:pt x="284" y="0"/>
                    </a:lnTo>
                    <a:lnTo>
                      <a:pt x="68" y="0"/>
                    </a:lnTo>
                    <a:lnTo>
                      <a:pt x="0" y="70"/>
                    </a:lnTo>
                    <a:close/>
                    <a:moveTo>
                      <a:pt x="252" y="32"/>
                    </a:moveTo>
                    <a:lnTo>
                      <a:pt x="252" y="886"/>
                    </a:lnTo>
                    <a:lnTo>
                      <a:pt x="252" y="894"/>
                    </a:lnTo>
                    <a:lnTo>
                      <a:pt x="250" y="912"/>
                    </a:lnTo>
                    <a:lnTo>
                      <a:pt x="244" y="936"/>
                    </a:lnTo>
                    <a:lnTo>
                      <a:pt x="238" y="948"/>
                    </a:lnTo>
                    <a:lnTo>
                      <a:pt x="232" y="962"/>
                    </a:lnTo>
                    <a:lnTo>
                      <a:pt x="224" y="976"/>
                    </a:lnTo>
                    <a:lnTo>
                      <a:pt x="216" y="988"/>
                    </a:lnTo>
                    <a:lnTo>
                      <a:pt x="204" y="1000"/>
                    </a:lnTo>
                    <a:lnTo>
                      <a:pt x="190" y="1012"/>
                    </a:lnTo>
                    <a:lnTo>
                      <a:pt x="172" y="1020"/>
                    </a:lnTo>
                    <a:lnTo>
                      <a:pt x="154" y="1028"/>
                    </a:lnTo>
                    <a:lnTo>
                      <a:pt x="132" y="1032"/>
                    </a:lnTo>
                    <a:lnTo>
                      <a:pt x="106" y="1034"/>
                    </a:lnTo>
                    <a:lnTo>
                      <a:pt x="32" y="1034"/>
                    </a:lnTo>
                    <a:lnTo>
                      <a:pt x="32" y="84"/>
                    </a:lnTo>
                    <a:lnTo>
                      <a:pt x="82" y="32"/>
                    </a:lnTo>
                    <a:lnTo>
                      <a:pt x="25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" name="Google Shape;403;p43"/>
              <p:cNvSpPr/>
              <p:nvPr/>
            </p:nvSpPr>
            <p:spPr>
              <a:xfrm>
                <a:off x="3491880" y="332656"/>
                <a:ext cx="450850" cy="1692275"/>
              </a:xfrm>
              <a:custGeom>
                <a:rect b="b" l="l" r="r" t="t"/>
                <a:pathLst>
                  <a:path extrusionOk="0" h="1066" w="284">
                    <a:moveTo>
                      <a:pt x="0" y="70"/>
                    </a:moveTo>
                    <a:lnTo>
                      <a:pt x="0" y="1066"/>
                    </a:lnTo>
                    <a:lnTo>
                      <a:pt x="268" y="1066"/>
                    </a:lnTo>
                    <a:lnTo>
                      <a:pt x="274" y="1064"/>
                    </a:lnTo>
                    <a:lnTo>
                      <a:pt x="280" y="1060"/>
                    </a:lnTo>
                    <a:lnTo>
                      <a:pt x="282" y="1056"/>
                    </a:lnTo>
                    <a:lnTo>
                      <a:pt x="284" y="1048"/>
                    </a:lnTo>
                    <a:lnTo>
                      <a:pt x="284" y="0"/>
                    </a:lnTo>
                    <a:lnTo>
                      <a:pt x="68" y="0"/>
                    </a:lnTo>
                    <a:lnTo>
                      <a:pt x="0" y="70"/>
                    </a:lnTo>
                    <a:close/>
                    <a:moveTo>
                      <a:pt x="252" y="32"/>
                    </a:moveTo>
                    <a:lnTo>
                      <a:pt x="252" y="886"/>
                    </a:lnTo>
                    <a:lnTo>
                      <a:pt x="252" y="894"/>
                    </a:lnTo>
                    <a:lnTo>
                      <a:pt x="250" y="912"/>
                    </a:lnTo>
                    <a:lnTo>
                      <a:pt x="244" y="936"/>
                    </a:lnTo>
                    <a:lnTo>
                      <a:pt x="240" y="948"/>
                    </a:lnTo>
                    <a:lnTo>
                      <a:pt x="234" y="962"/>
                    </a:lnTo>
                    <a:lnTo>
                      <a:pt x="226" y="976"/>
                    </a:lnTo>
                    <a:lnTo>
                      <a:pt x="216" y="988"/>
                    </a:lnTo>
                    <a:lnTo>
                      <a:pt x="204" y="1000"/>
                    </a:lnTo>
                    <a:lnTo>
                      <a:pt x="190" y="1012"/>
                    </a:lnTo>
                    <a:lnTo>
                      <a:pt x="174" y="1020"/>
                    </a:lnTo>
                    <a:lnTo>
                      <a:pt x="154" y="1028"/>
                    </a:lnTo>
                    <a:lnTo>
                      <a:pt x="132" y="1032"/>
                    </a:lnTo>
                    <a:lnTo>
                      <a:pt x="106" y="1034"/>
                    </a:lnTo>
                    <a:lnTo>
                      <a:pt x="32" y="1034"/>
                    </a:lnTo>
                    <a:lnTo>
                      <a:pt x="32" y="84"/>
                    </a:lnTo>
                    <a:lnTo>
                      <a:pt x="82" y="32"/>
                    </a:lnTo>
                    <a:lnTo>
                      <a:pt x="252" y="32"/>
                    </a:lnTo>
                    <a:close/>
                  </a:path>
                </a:pathLst>
              </a:custGeom>
              <a:solidFill>
                <a:srgbClr val="FF990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04" name="Google Shape;404;p43"/>
            <p:cNvSpPr txBox="1"/>
            <p:nvPr/>
          </p:nvSpPr>
          <p:spPr>
            <a:xfrm>
              <a:off x="8923746" y="4095894"/>
              <a:ext cx="9798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GDC-480H</a:t>
              </a:r>
              <a:endParaRPr/>
            </a:p>
          </p:txBody>
        </p:sp>
        <p:sp>
          <p:nvSpPr>
            <p:cNvPr id="405" name="Google Shape;405;p43"/>
            <p:cNvSpPr txBox="1"/>
            <p:nvPr/>
          </p:nvSpPr>
          <p:spPr>
            <a:xfrm>
              <a:off x="9012426" y="5281774"/>
              <a:ext cx="9798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GDC-800H</a:t>
              </a:r>
              <a:endParaRPr/>
            </a:p>
          </p:txBody>
        </p:sp>
        <p:sp>
          <p:nvSpPr>
            <p:cNvPr id="406" name="Google Shape;406;p43"/>
            <p:cNvSpPr txBox="1"/>
            <p:nvPr/>
          </p:nvSpPr>
          <p:spPr>
            <a:xfrm>
              <a:off x="9022389" y="4941808"/>
              <a:ext cx="979801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150dh</a:t>
              </a:r>
              <a:endParaRPr/>
            </a:p>
          </p:txBody>
        </p:sp>
        <p:pic>
          <p:nvPicPr>
            <p:cNvPr descr="Image result for rtx 8663" id="407" name="Google Shape;407;p4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7328761" y="5272293"/>
              <a:ext cx="332634" cy="32161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rtx 8830" id="408" name="Google Shape;408;p4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8508689" y="4975107"/>
              <a:ext cx="300046" cy="2972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Image result for gdc-800h" id="409" name="Google Shape;409;p43"/>
            <p:cNvPicPr preferRelativeResize="0"/>
            <p:nvPr/>
          </p:nvPicPr>
          <p:blipFill rotWithShape="1">
            <a:blip r:embed="rId10">
              <a:alphaModFix/>
            </a:blip>
            <a:srcRect b="0" l="30465" r="28181" t="0"/>
            <a:stretch/>
          </p:blipFill>
          <p:spPr>
            <a:xfrm>
              <a:off x="8757587" y="5439248"/>
              <a:ext cx="128138" cy="30932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0" name="Google Shape;410;p43"/>
            <p:cNvSpPr txBox="1"/>
            <p:nvPr/>
          </p:nvSpPr>
          <p:spPr>
            <a:xfrm>
              <a:off x="7022732" y="5542478"/>
              <a:ext cx="979801" cy="2154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110db/130db</a:t>
              </a:r>
              <a:endParaRPr/>
            </a:p>
          </p:txBody>
        </p:sp>
      </p:grpSp>
      <p:sp>
        <p:nvSpPr>
          <p:cNvPr id="411" name="Google Shape;411;p43"/>
          <p:cNvSpPr/>
          <p:nvPr/>
        </p:nvSpPr>
        <p:spPr>
          <a:xfrm>
            <a:off x="3158164" y="5864190"/>
            <a:ext cx="6096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430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GDC-800H &amp; 150dh supported from Unified 4.0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4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Clickcall</a:t>
            </a:r>
            <a:endParaRPr/>
          </a:p>
        </p:txBody>
      </p:sp>
      <p:sp>
        <p:nvSpPr>
          <p:cNvPr id="418" name="Google Shape;418;p44"/>
          <p:cNvSpPr txBox="1"/>
          <p:nvPr>
            <p:ph idx="1" type="body"/>
          </p:nvPr>
        </p:nvSpPr>
        <p:spPr>
          <a:xfrm>
            <a:off x="657922" y="2814221"/>
            <a:ext cx="10876156" cy="30839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1</a:t>
            </a:r>
            <a:r>
              <a:rPr baseline="30000" lang="en-US"/>
              <a:t>st</a:t>
            </a:r>
            <a:r>
              <a:rPr lang="en-US"/>
              <a:t> party</a:t>
            </a:r>
            <a:endParaRPr/>
          </a:p>
          <a:p>
            <a:pPr indent="-228599" lvl="2" marL="86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-"/>
            </a:pPr>
            <a:r>
              <a:rPr lang="en-US"/>
              <a:t>iPECS ClickCall APP (Clickcall Web Service)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Click to dial from ERP/CRM integration</a:t>
            </a:r>
            <a:endParaRPr/>
          </a:p>
        </p:txBody>
      </p:sp>
      <p:graphicFrame>
        <p:nvGraphicFramePr>
          <p:cNvPr id="419" name="Google Shape;419;p44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000650"/>
                <a:gridCol w="1382075"/>
                <a:gridCol w="1990600"/>
                <a:gridCol w="2542025"/>
                <a:gridCol w="721000"/>
                <a:gridCol w="2596975"/>
                <a:gridCol w="64280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Clickcall Web Service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CLICKCALL per extension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XML/HTTPS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MSVC XML 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ClickCall Web Service Spec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Client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ID/PWD Auth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1.0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Clickcall REST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CLICKCALL per extension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REST API Service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JSON format REST 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1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RESTful API Specification for application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Client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sz="10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3.5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420" name="Google Shape;420;p44"/>
          <p:cNvSpPr txBox="1"/>
          <p:nvPr/>
        </p:nvSpPr>
        <p:spPr>
          <a:xfrm>
            <a:off x="2017444" y="5342023"/>
            <a:ext cx="8157117" cy="6880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Symbols"/>
              <a:buChar char="⮚"/>
            </a:pPr>
            <a:r>
              <a:rPr i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FoC CLICKCALL licenses are included in each Unified system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Call Control</a:t>
            </a:r>
            <a:endParaRPr/>
          </a:p>
        </p:txBody>
      </p:sp>
      <p:sp>
        <p:nvSpPr>
          <p:cNvPr id="427" name="Google Shape;427;p45"/>
          <p:cNvSpPr txBox="1"/>
          <p:nvPr>
            <p:ph idx="1" type="body"/>
          </p:nvPr>
        </p:nvSpPr>
        <p:spPr>
          <a:xfrm>
            <a:off x="657922" y="2325950"/>
            <a:ext cx="10876156" cy="35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Contact Center solution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Call control &amp; Call event monitoring CTI application</a:t>
            </a:r>
            <a:endParaRPr/>
          </a:p>
          <a:p>
            <a:pPr indent="-1397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Controlled extensions can be selected with license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Maximum 3 concurrent Web API sessions are supported and s</a:t>
            </a:r>
            <a:r>
              <a:rPr i="1" lang="en-US" sz="1400">
                <a:solidFill>
                  <a:srgbClr val="000000"/>
                </a:solidFill>
              </a:rPr>
              <a:t>ingle Web API session supports multiple services concurrently</a:t>
            </a:r>
            <a:endParaRPr/>
          </a:p>
        </p:txBody>
      </p:sp>
      <p:graphicFrame>
        <p:nvGraphicFramePr>
          <p:cNvPr id="428" name="Google Shape;428;p45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1049475"/>
                <a:gridCol w="1986175"/>
                <a:gridCol w="1665600"/>
                <a:gridCol w="1834400"/>
                <a:gridCol w="790125"/>
                <a:gridCol w="2845950"/>
                <a:gridCol w="70445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Call Control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API-CTI &amp;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API-CTI-EXT per extension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SME System Web 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6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Call Event</a:t>
            </a:r>
            <a:endParaRPr/>
          </a:p>
        </p:txBody>
      </p:sp>
      <p:sp>
        <p:nvSpPr>
          <p:cNvPr id="435" name="Google Shape;435;p46"/>
          <p:cNvSpPr txBox="1"/>
          <p:nvPr>
            <p:ph idx="1" type="body"/>
          </p:nvPr>
        </p:nvSpPr>
        <p:spPr>
          <a:xfrm>
            <a:off x="657922" y="2325950"/>
            <a:ext cx="10876156" cy="35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Billing / Accounting solution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Reporting / Statistics / Analytics solution including ACD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Call event monitoring application – Incoming/Outgoing call Pop-up with CRM</a:t>
            </a:r>
            <a:endParaRPr/>
          </a:p>
          <a:p>
            <a:pPr indent="-1397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Maximum 3 concurrent Web API sessions are supported and single Web API session supports multiple services concurrently</a:t>
            </a:r>
            <a:endParaRPr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i="1" sz="1400"/>
          </a:p>
        </p:txBody>
      </p:sp>
      <p:graphicFrame>
        <p:nvGraphicFramePr>
          <p:cNvPr id="436" name="Google Shape;436;p46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961450"/>
                <a:gridCol w="988225"/>
                <a:gridCol w="3269400"/>
                <a:gridCol w="1680575"/>
                <a:gridCol w="723850"/>
                <a:gridCol w="2607275"/>
                <a:gridCol w="64535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lang="en-US" sz="1050" u="none" cap="none" strike="noStrike"/>
                        <a:t>Call Event</a:t>
                      </a:r>
                      <a:endParaRPr b="1" sz="1050" u="none" cap="none" strike="noStrike">
                        <a:solidFill>
                          <a:srgbClr val="0C0C0C"/>
                        </a:solidFill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API-CTI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Real-time event via WebSocket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SME System Web 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7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Flexible Paging</a:t>
            </a:r>
            <a:endParaRPr/>
          </a:p>
        </p:txBody>
      </p:sp>
      <p:sp>
        <p:nvSpPr>
          <p:cNvPr id="443" name="Google Shape;443;p47"/>
          <p:cNvSpPr txBox="1"/>
          <p:nvPr>
            <p:ph idx="1" type="body"/>
          </p:nvPr>
        </p:nvSpPr>
        <p:spPr>
          <a:xfrm>
            <a:off x="657922" y="2325950"/>
            <a:ext cx="10876156" cy="35722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Case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Nurse Call / Health Care system integration</a:t>
            </a:r>
            <a:endParaRPr/>
          </a:p>
          <a:p>
            <a:pPr indent="-2286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Alarm / Emergency solution integration</a:t>
            </a:r>
            <a:endParaRPr/>
          </a:p>
          <a:p>
            <a:pPr indent="-139700" lvl="1" marL="504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Need to pre-program the emergency paging program with pre-recorded voice announcement and/or pre-set silent text message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Font typeface="Noto Sans Symbols"/>
              <a:buChar char="⮚"/>
            </a:pPr>
            <a:r>
              <a:rPr i="1" lang="en-US" sz="1400"/>
              <a:t>Maximum 3 concurrent Web API sessions are supported and s</a:t>
            </a:r>
            <a:r>
              <a:rPr i="1" lang="en-US" sz="1400">
                <a:solidFill>
                  <a:srgbClr val="000000"/>
                </a:solidFill>
              </a:rPr>
              <a:t>ingle Web API session supports multiple services concurrently</a:t>
            </a:r>
            <a:endParaRPr/>
          </a:p>
          <a:p>
            <a:pPr indent="-1397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Noto Sans Symbols"/>
              <a:buNone/>
            </a:pPr>
            <a:r>
              <a:t/>
            </a:r>
            <a:endParaRPr i="1" sz="1400">
              <a:highlight>
                <a:srgbClr val="FFFF00"/>
              </a:highlight>
            </a:endParaRPr>
          </a:p>
        </p:txBody>
      </p:sp>
      <p:graphicFrame>
        <p:nvGraphicFramePr>
          <p:cNvPr id="444" name="Google Shape;444;p47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 bandCol="1" bandRow="1" firstRow="1">
                <a:noFill/>
                <a:tableStyleId>{B3D8E6C2-E4FD-4585-9376-4C09E6F3E87F}</a:tableStyleId>
              </a:tblPr>
              <a:tblGrid>
                <a:gridCol w="961450"/>
                <a:gridCol w="988225"/>
                <a:gridCol w="3269400"/>
                <a:gridCol w="1680575"/>
                <a:gridCol w="723850"/>
                <a:gridCol w="2607275"/>
                <a:gridCol w="645350"/>
              </a:tblGrid>
              <a:tr h="133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Type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License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Interface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/>
                        <a:t>Spec Document</a:t>
                      </a:r>
                      <a:endParaRPr sz="1050" u="none" cap="none" strike="noStrike">
                        <a:latin typeface="Malgun Gothic"/>
                        <a:ea typeface="Malgun Gothic"/>
                        <a:cs typeface="Malgun Gothic"/>
                        <a:sym typeface="Malgun Gothic"/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Usage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Security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u="none" cap="none" strike="noStrike"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SW Ver.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466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0C0C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0C0C0C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Flexible Paging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Malgun Gothic"/>
                        <a:buNone/>
                      </a:pPr>
                      <a:r>
                        <a:rPr b="0" i="0"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API-CTI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session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Web API Service Port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/>
                        <a:t>iPECS SME System Web API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Server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HTTPS certificate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HTTP auth (RFC 7235)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JWT (JSON Web Token, RFC7519)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50"/>
                        <a:buFont typeface="Arial"/>
                        <a:buNone/>
                      </a:pPr>
                      <a:r>
                        <a:rPr lang="en-US" sz="1050" u="none" cap="none" strike="noStrike">
                          <a:solidFill>
                            <a:schemeClr val="dk1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8"/>
          <p:cNvSpPr txBox="1"/>
          <p:nvPr>
            <p:ph type="title"/>
          </p:nvPr>
        </p:nvSpPr>
        <p:spPr>
          <a:xfrm>
            <a:off x="657922" y="531123"/>
            <a:ext cx="10876156" cy="748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/>
              <a:t>Summary Matrix for License &amp; Use case</a:t>
            </a:r>
            <a:endParaRPr/>
          </a:p>
        </p:txBody>
      </p:sp>
      <p:graphicFrame>
        <p:nvGraphicFramePr>
          <p:cNvPr id="451" name="Google Shape;451;p48"/>
          <p:cNvGraphicFramePr/>
          <p:nvPr/>
        </p:nvGraphicFramePr>
        <p:xfrm>
          <a:off x="657922" y="12793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{2B72B4D0-C03B-4508-B535-AAABAC8BF94C}</a:tableStyleId>
              </a:tblPr>
              <a:tblGrid>
                <a:gridCol w="1045375"/>
                <a:gridCol w="2061875"/>
                <a:gridCol w="2169450"/>
                <a:gridCol w="5599450"/>
              </a:tblGrid>
              <a:tr h="76075">
                <a:tc gridSpan="2"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DBB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License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6DBB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DBB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 case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6DBB3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DBB3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76075"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SMDR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SMDR print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rowSpan="4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Billing / Accounting / Reporting / Statistics / Analytics solution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Hotel PMS Billing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Interactive SMDR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vMerge="1"/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SMDR REST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API-SMDR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vMerge="1"/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SMDR WebSocket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API-SMDR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vMerge="1"/>
              </a:tr>
              <a:tr h="7607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ACD Manager Protocol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1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AMP or API-AMP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Billing / Accounting solution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Reporting / Statistics / Analytics solution including ACD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Call monitoring application – Incoming/Outgoing call Pop-up with CRM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 2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AMP or API-AMP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 vMerge="1"/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ACD Manager WebSocket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API-AMP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 vMerge="1"/>
              </a:tr>
              <a:tr h="7607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TAPI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r>
                        <a:rPr b="0" baseline="3000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party connection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X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Single phone Call control from client APP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</a:tr>
              <a:tr h="1162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r>
                        <a:rPr b="0" baseline="3000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rd</a:t>
                      </a: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party connection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TAPI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Contact Center solution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Call control &amp; Call event monitoring CTI application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</a:tr>
              <a:tr h="76075">
                <a:tc rowSpan="3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PMS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iPECS proprietary interface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Hotel PMS integration with Tiger TMS or 3rd party middleware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Fidelio PMS interface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 &amp; FIDELIO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Oracle PMS integration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</a:tr>
              <a:tr h="14980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Mitel PMS interface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HOTEL &amp;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3PMS50 per 50 guest room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Mitel Hotel sites PMS integration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Hilton Hotel OnQ integration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</a:tr>
              <a:tr h="17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3rd party SIP Interface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VMS/UMS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3SIPS &amp;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3SIPC+3SIPEXT per channel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CTL UMS IOTed</a:t>
                      </a:r>
                      <a:endParaRPr b="0" i="0" sz="12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SIP based VMS / UMS / Call Recording / Color ring solution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</a:tr>
              <a:tr h="76075"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Clickcall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Clickcall Web Service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CLICKCALL per extension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Click to dial from ERP/CRM integration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</a:tr>
              <a:tr h="7607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Clickcall REST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CLICKCALL per extension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5F8"/>
                    </a:solidFill>
                  </a:tcPr>
                </a:tc>
                <a:tc vMerge="1"/>
              </a:tr>
              <a:tr h="116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Alarm Messaging Server Interface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AMSI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LAS integration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Nurse Call / Health Care system integration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BFF4"/>
                    </a:solidFill>
                  </a:tcPr>
                </a:tc>
              </a:tr>
              <a:tr h="1498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 Control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API-CTI &amp;</a:t>
                      </a:r>
                      <a:b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</a:b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API-CTI-EXT per extension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Contact Center solution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Call control &amp; Call event monitoring CTI application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F4D1"/>
                    </a:solidFill>
                  </a:tcPr>
                </a:tc>
              </a:tr>
              <a:tr h="17325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Call Event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API-CTI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Billing / Accounting solution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Reporting / Statistics / Analytics solution including ACD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Call Event monitoring application – Incoming/Outgoing call Pop-up with CRM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DF1CC"/>
                    </a:solidFill>
                  </a:tcPr>
                </a:tc>
              </a:tr>
              <a:tr h="116200">
                <a:tc gridSpan="2"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D0D0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Flexible Paging</a:t>
                      </a:r>
                      <a:endParaRPr/>
                    </a:p>
                  </a:txBody>
                  <a:tcPr marT="6800" marB="0" marR="91450" marL="91450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API-CTI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Nurse Call / Health Care system integration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 Alarm / Emergency solution integration</a:t>
                      </a:r>
                      <a:endParaRPr/>
                    </a:p>
                  </a:txBody>
                  <a:tcPr marT="6800" marB="0" marR="91450" marL="914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ADE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C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A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D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B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1_E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iPECS 2017">
  <a:themeElements>
    <a:clrScheme name="사용자 지정 1">
      <a:dk1>
        <a:srgbClr val="000000"/>
      </a:dk1>
      <a:lt1>
        <a:srgbClr val="FFFFFF"/>
      </a:lt1>
      <a:dk2>
        <a:srgbClr val="E66319"/>
      </a:dk2>
      <a:lt2>
        <a:srgbClr val="BC791C"/>
      </a:lt2>
      <a:accent1>
        <a:srgbClr val="7B7E82"/>
      </a:accent1>
      <a:accent2>
        <a:srgbClr val="BFBCBC"/>
      </a:accent2>
      <a:accent3>
        <a:srgbClr val="F8BD09"/>
      </a:accent3>
      <a:accent4>
        <a:srgbClr val="6DBB30"/>
      </a:accent4>
      <a:accent5>
        <a:srgbClr val="7A1979"/>
      </a:accent5>
      <a:accent6>
        <a:srgbClr val="0F2342"/>
      </a:accent6>
      <a:hlink>
        <a:srgbClr val="043EFF"/>
      </a:hlink>
      <a:folHlink>
        <a:srgbClr val="6F009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